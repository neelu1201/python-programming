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1696D-A2E1-4FDF-93F4-B12245403903}" v="27" dt="2025-12-11T14:14:04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u Khandelwal" userId="83aed3043c5e3316" providerId="LiveId" clId="{A4807C0B-F1E6-43CA-8B5A-84D7552F83D9}"/>
    <pc:docChg chg="undo custSel addSld modSld">
      <pc:chgData name="Neelu Khandelwal" userId="83aed3043c5e3316" providerId="LiveId" clId="{A4807C0B-F1E6-43CA-8B5A-84D7552F83D9}" dt="2025-12-11T14:14:04.266" v="1206" actId="255"/>
      <pc:docMkLst>
        <pc:docMk/>
      </pc:docMkLst>
      <pc:sldChg chg="addSp delSp modSp mod">
        <pc:chgData name="Neelu Khandelwal" userId="83aed3043c5e3316" providerId="LiveId" clId="{A4807C0B-F1E6-43CA-8B5A-84D7552F83D9}" dt="2025-12-11T14:11:45.793" v="1150" actId="12269"/>
        <pc:sldMkLst>
          <pc:docMk/>
          <pc:sldMk cId="432308524" sldId="257"/>
        </pc:sldMkLst>
        <pc:spChg chg="add del">
          <ac:chgData name="Neelu Khandelwal" userId="83aed3043c5e3316" providerId="LiveId" clId="{A4807C0B-F1E6-43CA-8B5A-84D7552F83D9}" dt="2025-12-11T14:11:27.617" v="1149" actId="12084"/>
          <ac:spMkLst>
            <pc:docMk/>
            <pc:sldMk cId="432308524" sldId="257"/>
            <ac:spMk id="2" creationId="{BA3FFB0C-7693-3A48-C9FE-48AC61B2017E}"/>
          </ac:spMkLst>
        </pc:spChg>
        <pc:spChg chg="del">
          <ac:chgData name="Neelu Khandelwal" userId="83aed3043c5e3316" providerId="LiveId" clId="{A4807C0B-F1E6-43CA-8B5A-84D7552F83D9}" dt="2025-12-11T14:07:01.819" v="790" actId="12084"/>
          <ac:spMkLst>
            <pc:docMk/>
            <pc:sldMk cId="432308524" sldId="257"/>
            <ac:spMk id="3" creationId="{753772D2-3C5B-8966-856F-88B5D6522E84}"/>
          </ac:spMkLst>
        </pc:spChg>
        <pc:graphicFrameChg chg="add mod">
          <ac:chgData name="Neelu Khandelwal" userId="83aed3043c5e3316" providerId="LiveId" clId="{A4807C0B-F1E6-43CA-8B5A-84D7552F83D9}" dt="2025-12-11T14:11:45.793" v="1150" actId="12269"/>
          <ac:graphicFrameMkLst>
            <pc:docMk/>
            <pc:sldMk cId="432308524" sldId="257"/>
            <ac:graphicFrameMk id="4" creationId="{7D31C62E-B53A-1D05-4175-638D5943B589}"/>
          </ac:graphicFrameMkLst>
        </pc:graphicFrameChg>
        <pc:graphicFrameChg chg="add mod">
          <ac:chgData name="Neelu Khandelwal" userId="83aed3043c5e3316" providerId="LiveId" clId="{A4807C0B-F1E6-43CA-8B5A-84D7552F83D9}" dt="2025-12-11T14:11:26.616" v="1148" actId="1076"/>
          <ac:graphicFrameMkLst>
            <pc:docMk/>
            <pc:sldMk cId="432308524" sldId="257"/>
            <ac:graphicFrameMk id="5" creationId="{3EC7B6D9-8714-1686-297D-F6FFBCB76121}"/>
          </ac:graphicFrameMkLst>
        </pc:graphicFrameChg>
      </pc:sldChg>
      <pc:sldChg chg="addSp delSp modSp mod">
        <pc:chgData name="Neelu Khandelwal" userId="83aed3043c5e3316" providerId="LiveId" clId="{A4807C0B-F1E6-43CA-8B5A-84D7552F83D9}" dt="2025-12-11T14:07:17.059" v="793" actId="12269"/>
        <pc:sldMkLst>
          <pc:docMk/>
          <pc:sldMk cId="1543396338" sldId="259"/>
        </pc:sldMkLst>
        <pc:spChg chg="mod">
          <ac:chgData name="Neelu Khandelwal" userId="83aed3043c5e3316" providerId="LiveId" clId="{A4807C0B-F1E6-43CA-8B5A-84D7552F83D9}" dt="2025-12-11T13:58:40.635" v="35" actId="20577"/>
          <ac:spMkLst>
            <pc:docMk/>
            <pc:sldMk cId="1543396338" sldId="259"/>
            <ac:spMk id="2" creationId="{4E43A9F7-DE54-81EC-6D3A-DDCA3A878F88}"/>
          </ac:spMkLst>
        </pc:spChg>
        <pc:spChg chg="del mod">
          <ac:chgData name="Neelu Khandelwal" userId="83aed3043c5e3316" providerId="LiveId" clId="{A4807C0B-F1E6-43CA-8B5A-84D7552F83D9}" dt="2025-12-11T14:07:15.054" v="792" actId="12084"/>
          <ac:spMkLst>
            <pc:docMk/>
            <pc:sldMk cId="1543396338" sldId="259"/>
            <ac:spMk id="3" creationId="{0761FF7E-1896-F2F5-0114-3C62D38FEAB8}"/>
          </ac:spMkLst>
        </pc:spChg>
        <pc:graphicFrameChg chg="add mod">
          <ac:chgData name="Neelu Khandelwal" userId="83aed3043c5e3316" providerId="LiveId" clId="{A4807C0B-F1E6-43CA-8B5A-84D7552F83D9}" dt="2025-12-11T14:07:17.059" v="793" actId="12269"/>
          <ac:graphicFrameMkLst>
            <pc:docMk/>
            <pc:sldMk cId="1543396338" sldId="259"/>
            <ac:graphicFrameMk id="4" creationId="{555C6E2E-8301-193D-9CF0-A5C2DD43E502}"/>
          </ac:graphicFrameMkLst>
        </pc:graphicFrameChg>
      </pc:sldChg>
      <pc:sldChg chg="addSp delSp modSp mod">
        <pc:chgData name="Neelu Khandelwal" userId="83aed3043c5e3316" providerId="LiveId" clId="{A4807C0B-F1E6-43CA-8B5A-84D7552F83D9}" dt="2025-12-11T14:06:49.881" v="789" actId="12269"/>
        <pc:sldMkLst>
          <pc:docMk/>
          <pc:sldMk cId="1447053716" sldId="260"/>
        </pc:sldMkLst>
        <pc:spChg chg="mod">
          <ac:chgData name="Neelu Khandelwal" userId="83aed3043c5e3316" providerId="LiveId" clId="{A4807C0B-F1E6-43CA-8B5A-84D7552F83D9}" dt="2025-12-11T14:02:26.016" v="401" actId="20577"/>
          <ac:spMkLst>
            <pc:docMk/>
            <pc:sldMk cId="1447053716" sldId="260"/>
            <ac:spMk id="2" creationId="{A17DD5A5-22C9-6F10-CBC2-CBCECB234E97}"/>
          </ac:spMkLst>
        </pc:spChg>
        <pc:spChg chg="del mod">
          <ac:chgData name="Neelu Khandelwal" userId="83aed3043c5e3316" providerId="LiveId" clId="{A4807C0B-F1E6-43CA-8B5A-84D7552F83D9}" dt="2025-12-11T14:06:29.433" v="786" actId="12084"/>
          <ac:spMkLst>
            <pc:docMk/>
            <pc:sldMk cId="1447053716" sldId="260"/>
            <ac:spMk id="3" creationId="{89A07B57-7E73-CEC5-5755-BEE430739C8D}"/>
          </ac:spMkLst>
        </pc:spChg>
        <pc:graphicFrameChg chg="add mod">
          <ac:chgData name="Neelu Khandelwal" userId="83aed3043c5e3316" providerId="LiveId" clId="{A4807C0B-F1E6-43CA-8B5A-84D7552F83D9}" dt="2025-12-11T14:06:49.881" v="789" actId="12269"/>
          <ac:graphicFrameMkLst>
            <pc:docMk/>
            <pc:sldMk cId="1447053716" sldId="260"/>
            <ac:graphicFrameMk id="4" creationId="{A3F25A61-36E6-FFFF-51C5-CCE1D82732C1}"/>
          </ac:graphicFrameMkLst>
        </pc:graphicFrameChg>
      </pc:sldChg>
      <pc:sldChg chg="addSp delSp modSp mod">
        <pc:chgData name="Neelu Khandelwal" userId="83aed3043c5e3316" providerId="LiveId" clId="{A4807C0B-F1E6-43CA-8B5A-84D7552F83D9}" dt="2025-12-11T14:11:58.985" v="1152" actId="12269"/>
        <pc:sldMkLst>
          <pc:docMk/>
          <pc:sldMk cId="1748106640" sldId="261"/>
        </pc:sldMkLst>
        <pc:spChg chg="mod">
          <ac:chgData name="Neelu Khandelwal" userId="83aed3043c5e3316" providerId="LiveId" clId="{A4807C0B-F1E6-43CA-8B5A-84D7552F83D9}" dt="2025-12-11T14:07:37.807" v="803" actId="20577"/>
          <ac:spMkLst>
            <pc:docMk/>
            <pc:sldMk cId="1748106640" sldId="261"/>
            <ac:spMk id="2" creationId="{D519EC06-5C00-9C7B-23FD-3B38A347CD52}"/>
          </ac:spMkLst>
        </pc:spChg>
        <pc:spChg chg="del mod">
          <ac:chgData name="Neelu Khandelwal" userId="83aed3043c5e3316" providerId="LiveId" clId="{A4807C0B-F1E6-43CA-8B5A-84D7552F83D9}" dt="2025-12-11T14:11:55.773" v="1151" actId="12084"/>
          <ac:spMkLst>
            <pc:docMk/>
            <pc:sldMk cId="1748106640" sldId="261"/>
            <ac:spMk id="3" creationId="{70047968-00C2-839D-DA5F-89A6C82F4E14}"/>
          </ac:spMkLst>
        </pc:spChg>
        <pc:graphicFrameChg chg="add mod">
          <ac:chgData name="Neelu Khandelwal" userId="83aed3043c5e3316" providerId="LiveId" clId="{A4807C0B-F1E6-43CA-8B5A-84D7552F83D9}" dt="2025-12-11T14:11:58.985" v="1152" actId="12269"/>
          <ac:graphicFrameMkLst>
            <pc:docMk/>
            <pc:sldMk cId="1748106640" sldId="261"/>
            <ac:graphicFrameMk id="4" creationId="{83674F10-4BF6-6888-005F-26B033E07F02}"/>
          </ac:graphicFrameMkLst>
        </pc:graphicFrameChg>
      </pc:sldChg>
      <pc:sldChg chg="addSp delSp modSp new mod">
        <pc:chgData name="Neelu Khandelwal" userId="83aed3043c5e3316" providerId="LiveId" clId="{A4807C0B-F1E6-43CA-8B5A-84D7552F83D9}" dt="2025-12-11T14:14:04.266" v="1206" actId="255"/>
        <pc:sldMkLst>
          <pc:docMk/>
          <pc:sldMk cId="2747331462" sldId="262"/>
        </pc:sldMkLst>
        <pc:spChg chg="mod">
          <ac:chgData name="Neelu Khandelwal" userId="83aed3043c5e3316" providerId="LiveId" clId="{A4807C0B-F1E6-43CA-8B5A-84D7552F83D9}" dt="2025-12-11T14:12:15.987" v="1165" actId="20577"/>
          <ac:spMkLst>
            <pc:docMk/>
            <pc:sldMk cId="2747331462" sldId="262"/>
            <ac:spMk id="2" creationId="{32E6003C-9955-2F63-B32A-2265D0926380}"/>
          </ac:spMkLst>
        </pc:spChg>
        <pc:spChg chg="del mod">
          <ac:chgData name="Neelu Khandelwal" userId="83aed3043c5e3316" providerId="LiveId" clId="{A4807C0B-F1E6-43CA-8B5A-84D7552F83D9}" dt="2025-12-11T14:12:40.243" v="1195" actId="12084"/>
          <ac:spMkLst>
            <pc:docMk/>
            <pc:sldMk cId="2747331462" sldId="262"/>
            <ac:spMk id="3" creationId="{C80402FD-9CD8-C477-D034-2EAFB8FB4F0C}"/>
          </ac:spMkLst>
        </pc:spChg>
        <pc:graphicFrameChg chg="add mod">
          <ac:chgData name="Neelu Khandelwal" userId="83aed3043c5e3316" providerId="LiveId" clId="{A4807C0B-F1E6-43CA-8B5A-84D7552F83D9}" dt="2025-12-11T14:14:04.266" v="1206" actId="255"/>
          <ac:graphicFrameMkLst>
            <pc:docMk/>
            <pc:sldMk cId="2747331462" sldId="262"/>
            <ac:graphicFrameMk id="4" creationId="{732388CC-F4F4-1804-AE90-E6A74823277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22D72C-800C-462C-A13E-A757C5B6DE38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E85D3F2-16D2-41C3-AD0B-F77FAA766DD7}">
      <dgm:prSet/>
      <dgm:spPr/>
      <dgm:t>
        <a:bodyPr/>
        <a:lstStyle/>
        <a:p>
          <a:r>
            <a:rPr lang="en-US" b="0" i="0" dirty="0"/>
            <a:t>This project is a Scientific Calculator built using Python </a:t>
          </a:r>
          <a:r>
            <a:rPr lang="en-US" b="0" i="0" dirty="0" err="1"/>
            <a:t>Tkinter</a:t>
          </a:r>
          <a:r>
            <a:rPr lang="en-US" b="0" i="0" dirty="0"/>
            <a:t> library.</a:t>
          </a:r>
          <a:endParaRPr lang="en-IN" dirty="0"/>
        </a:p>
      </dgm:t>
    </dgm:pt>
    <dgm:pt modelId="{10010749-D22F-4247-9211-2053EA38CFFC}" type="parTrans" cxnId="{A8A9F071-5116-41F2-AD63-1082AFDFC084}">
      <dgm:prSet/>
      <dgm:spPr/>
      <dgm:t>
        <a:bodyPr/>
        <a:lstStyle/>
        <a:p>
          <a:endParaRPr lang="en-IN"/>
        </a:p>
      </dgm:t>
    </dgm:pt>
    <dgm:pt modelId="{B7D88EA5-DC90-4571-A21C-194CCF0AB2F9}" type="sibTrans" cxnId="{A8A9F071-5116-41F2-AD63-1082AFDFC084}">
      <dgm:prSet/>
      <dgm:spPr/>
      <dgm:t>
        <a:bodyPr/>
        <a:lstStyle/>
        <a:p>
          <a:endParaRPr lang="en-IN"/>
        </a:p>
      </dgm:t>
    </dgm:pt>
    <dgm:pt modelId="{A44D93AD-5689-4DD7-B645-9A9720C438B5}">
      <dgm:prSet/>
      <dgm:spPr/>
      <dgm:t>
        <a:bodyPr/>
        <a:lstStyle/>
        <a:p>
          <a:r>
            <a:rPr lang="en-US" b="0" i="0"/>
            <a:t>It provides simple arithmetic operations as well as advanced scientific functions.</a:t>
          </a:r>
          <a:endParaRPr lang="en-IN"/>
        </a:p>
      </dgm:t>
    </dgm:pt>
    <dgm:pt modelId="{7E9B9286-81C9-4E3D-8BB6-A59085C44211}" type="parTrans" cxnId="{CC3770F2-4F17-41AF-9F18-1667A61F154C}">
      <dgm:prSet/>
      <dgm:spPr/>
      <dgm:t>
        <a:bodyPr/>
        <a:lstStyle/>
        <a:p>
          <a:endParaRPr lang="en-IN"/>
        </a:p>
      </dgm:t>
    </dgm:pt>
    <dgm:pt modelId="{A6525798-0790-4351-AD75-EBF848E1CEA2}" type="sibTrans" cxnId="{CC3770F2-4F17-41AF-9F18-1667A61F154C}">
      <dgm:prSet/>
      <dgm:spPr/>
      <dgm:t>
        <a:bodyPr/>
        <a:lstStyle/>
        <a:p>
          <a:endParaRPr lang="en-IN"/>
        </a:p>
      </dgm:t>
    </dgm:pt>
    <dgm:pt modelId="{FD2DA203-8D71-441D-99E5-E1BE94B6831E}">
      <dgm:prSet/>
      <dgm:spPr/>
      <dgm:t>
        <a:bodyPr/>
        <a:lstStyle/>
        <a:p>
          <a:r>
            <a:rPr lang="en-US" b="0" i="0"/>
            <a:t>The GUI is user friendly and supports similar to a Standard scientific calculator.</a:t>
          </a:r>
          <a:endParaRPr lang="en-IN"/>
        </a:p>
      </dgm:t>
    </dgm:pt>
    <dgm:pt modelId="{656A0605-221F-4BB1-93B5-3D11A2591CA6}" type="parTrans" cxnId="{0C5F149B-874B-4B7E-8B70-C0517F16201E}">
      <dgm:prSet/>
      <dgm:spPr/>
      <dgm:t>
        <a:bodyPr/>
        <a:lstStyle/>
        <a:p>
          <a:endParaRPr lang="en-IN"/>
        </a:p>
      </dgm:t>
    </dgm:pt>
    <dgm:pt modelId="{37520AF1-A1F6-497C-B362-CDD997BF016F}" type="sibTrans" cxnId="{0C5F149B-874B-4B7E-8B70-C0517F16201E}">
      <dgm:prSet/>
      <dgm:spPr/>
      <dgm:t>
        <a:bodyPr/>
        <a:lstStyle/>
        <a:p>
          <a:endParaRPr lang="en-IN"/>
        </a:p>
      </dgm:t>
    </dgm:pt>
    <dgm:pt modelId="{C4BC8AC9-51A7-46E2-9693-E1AE78E57275}">
      <dgm:prSet/>
      <dgm:spPr/>
      <dgm:t>
        <a:bodyPr/>
        <a:lstStyle/>
        <a:p>
          <a:r>
            <a:rPr lang="en-US" b="0" i="0"/>
            <a:t>Objective :- To design an interactive interface for mathematical computations.</a:t>
          </a:r>
          <a:endParaRPr lang="en-IN"/>
        </a:p>
      </dgm:t>
    </dgm:pt>
    <dgm:pt modelId="{A7A5F388-6A62-4B02-908B-AFE3654546CF}" type="parTrans" cxnId="{3DC313CA-C4D5-4980-99D4-EC40A6BC0F9F}">
      <dgm:prSet/>
      <dgm:spPr/>
      <dgm:t>
        <a:bodyPr/>
        <a:lstStyle/>
        <a:p>
          <a:endParaRPr lang="en-IN"/>
        </a:p>
      </dgm:t>
    </dgm:pt>
    <dgm:pt modelId="{520D732A-0C17-4CF9-9ACE-8C662D422D43}" type="sibTrans" cxnId="{3DC313CA-C4D5-4980-99D4-EC40A6BC0F9F}">
      <dgm:prSet/>
      <dgm:spPr/>
      <dgm:t>
        <a:bodyPr/>
        <a:lstStyle/>
        <a:p>
          <a:endParaRPr lang="en-IN"/>
        </a:p>
      </dgm:t>
    </dgm:pt>
    <dgm:pt modelId="{E24BEA1B-AFF5-4152-90D7-A4F99C23FB38}" type="pres">
      <dgm:prSet presAssocID="{3922D72C-800C-462C-A13E-A757C5B6DE38}" presName="linear" presStyleCnt="0">
        <dgm:presLayoutVars>
          <dgm:animLvl val="lvl"/>
          <dgm:resizeHandles val="exact"/>
        </dgm:presLayoutVars>
      </dgm:prSet>
      <dgm:spPr/>
    </dgm:pt>
    <dgm:pt modelId="{A788C156-F69D-4555-A276-85C8772E6D9C}" type="pres">
      <dgm:prSet presAssocID="{6E85D3F2-16D2-41C3-AD0B-F77FAA766D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87E0A23-5B2C-4E78-BC08-59A469D34A76}" type="pres">
      <dgm:prSet presAssocID="{B7D88EA5-DC90-4571-A21C-194CCF0AB2F9}" presName="spacer" presStyleCnt="0"/>
      <dgm:spPr/>
    </dgm:pt>
    <dgm:pt modelId="{F4316620-D518-42B8-81C2-0DECE8075206}" type="pres">
      <dgm:prSet presAssocID="{A44D93AD-5689-4DD7-B645-9A9720C438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EAC94E-0C2C-41A0-8B7D-332E263A82FD}" type="pres">
      <dgm:prSet presAssocID="{A6525798-0790-4351-AD75-EBF848E1CEA2}" presName="spacer" presStyleCnt="0"/>
      <dgm:spPr/>
    </dgm:pt>
    <dgm:pt modelId="{111B28ED-2A02-4740-82E1-E1AF5565080F}" type="pres">
      <dgm:prSet presAssocID="{FD2DA203-8D71-441D-99E5-E1BE94B683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6BC278-1906-4268-839C-C87AA3C03953}" type="pres">
      <dgm:prSet presAssocID="{37520AF1-A1F6-497C-B362-CDD997BF016F}" presName="spacer" presStyleCnt="0"/>
      <dgm:spPr/>
    </dgm:pt>
    <dgm:pt modelId="{46AE2AB7-3153-4AD5-B95B-56354432DBDD}" type="pres">
      <dgm:prSet presAssocID="{C4BC8AC9-51A7-46E2-9693-E1AE78E572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740B3F-596F-4842-94C8-CA767C064E45}" type="presOf" srcId="{6E85D3F2-16D2-41C3-AD0B-F77FAA766DD7}" destId="{A788C156-F69D-4555-A276-85C8772E6D9C}" srcOrd="0" destOrd="0" presId="urn:microsoft.com/office/officeart/2005/8/layout/vList2"/>
    <dgm:cxn modelId="{70143B45-9219-4BED-A6E2-D6C7F51670CE}" type="presOf" srcId="{FD2DA203-8D71-441D-99E5-E1BE94B6831E}" destId="{111B28ED-2A02-4740-82E1-E1AF5565080F}" srcOrd="0" destOrd="0" presId="urn:microsoft.com/office/officeart/2005/8/layout/vList2"/>
    <dgm:cxn modelId="{A8A9F071-5116-41F2-AD63-1082AFDFC084}" srcId="{3922D72C-800C-462C-A13E-A757C5B6DE38}" destId="{6E85D3F2-16D2-41C3-AD0B-F77FAA766DD7}" srcOrd="0" destOrd="0" parTransId="{10010749-D22F-4247-9211-2053EA38CFFC}" sibTransId="{B7D88EA5-DC90-4571-A21C-194CCF0AB2F9}"/>
    <dgm:cxn modelId="{9F8DCF5A-29AC-4D67-B501-2AAC38BB6B87}" type="presOf" srcId="{A44D93AD-5689-4DD7-B645-9A9720C438B5}" destId="{F4316620-D518-42B8-81C2-0DECE8075206}" srcOrd="0" destOrd="0" presId="urn:microsoft.com/office/officeart/2005/8/layout/vList2"/>
    <dgm:cxn modelId="{E8E65987-5D00-4672-AC2B-8F97D16D24A8}" type="presOf" srcId="{C4BC8AC9-51A7-46E2-9693-E1AE78E57275}" destId="{46AE2AB7-3153-4AD5-B95B-56354432DBDD}" srcOrd="0" destOrd="0" presId="urn:microsoft.com/office/officeart/2005/8/layout/vList2"/>
    <dgm:cxn modelId="{0C5F149B-874B-4B7E-8B70-C0517F16201E}" srcId="{3922D72C-800C-462C-A13E-A757C5B6DE38}" destId="{FD2DA203-8D71-441D-99E5-E1BE94B6831E}" srcOrd="2" destOrd="0" parTransId="{656A0605-221F-4BB1-93B5-3D11A2591CA6}" sibTransId="{37520AF1-A1F6-497C-B362-CDD997BF016F}"/>
    <dgm:cxn modelId="{8A2630BD-424E-4A51-AED1-5BCEA185AE75}" type="presOf" srcId="{3922D72C-800C-462C-A13E-A757C5B6DE38}" destId="{E24BEA1B-AFF5-4152-90D7-A4F99C23FB38}" srcOrd="0" destOrd="0" presId="urn:microsoft.com/office/officeart/2005/8/layout/vList2"/>
    <dgm:cxn modelId="{3DC313CA-C4D5-4980-99D4-EC40A6BC0F9F}" srcId="{3922D72C-800C-462C-A13E-A757C5B6DE38}" destId="{C4BC8AC9-51A7-46E2-9693-E1AE78E57275}" srcOrd="3" destOrd="0" parTransId="{A7A5F388-6A62-4B02-908B-AFE3654546CF}" sibTransId="{520D732A-0C17-4CF9-9ACE-8C662D422D43}"/>
    <dgm:cxn modelId="{CC3770F2-4F17-41AF-9F18-1667A61F154C}" srcId="{3922D72C-800C-462C-A13E-A757C5B6DE38}" destId="{A44D93AD-5689-4DD7-B645-9A9720C438B5}" srcOrd="1" destOrd="0" parTransId="{7E9B9286-81C9-4E3D-8BB6-A59085C44211}" sibTransId="{A6525798-0790-4351-AD75-EBF848E1CEA2}"/>
    <dgm:cxn modelId="{F110CB41-AB43-4A7F-8313-5198F380EB37}" type="presParOf" srcId="{E24BEA1B-AFF5-4152-90D7-A4F99C23FB38}" destId="{A788C156-F69D-4555-A276-85C8772E6D9C}" srcOrd="0" destOrd="0" presId="urn:microsoft.com/office/officeart/2005/8/layout/vList2"/>
    <dgm:cxn modelId="{7F25DE0A-7A46-4DA6-82FE-633FDCC21C21}" type="presParOf" srcId="{E24BEA1B-AFF5-4152-90D7-A4F99C23FB38}" destId="{287E0A23-5B2C-4E78-BC08-59A469D34A76}" srcOrd="1" destOrd="0" presId="urn:microsoft.com/office/officeart/2005/8/layout/vList2"/>
    <dgm:cxn modelId="{F288FDF1-8FBB-403B-B974-BF5296FB64F1}" type="presParOf" srcId="{E24BEA1B-AFF5-4152-90D7-A4F99C23FB38}" destId="{F4316620-D518-42B8-81C2-0DECE8075206}" srcOrd="2" destOrd="0" presId="urn:microsoft.com/office/officeart/2005/8/layout/vList2"/>
    <dgm:cxn modelId="{42929365-3928-46CA-B5A1-9689F852F296}" type="presParOf" srcId="{E24BEA1B-AFF5-4152-90D7-A4F99C23FB38}" destId="{21EAC94E-0C2C-41A0-8B7D-332E263A82FD}" srcOrd="3" destOrd="0" presId="urn:microsoft.com/office/officeart/2005/8/layout/vList2"/>
    <dgm:cxn modelId="{B8FB38E5-7EC1-48D6-B6BA-0C0C96A6AD00}" type="presParOf" srcId="{E24BEA1B-AFF5-4152-90D7-A4F99C23FB38}" destId="{111B28ED-2A02-4740-82E1-E1AF5565080F}" srcOrd="4" destOrd="0" presId="urn:microsoft.com/office/officeart/2005/8/layout/vList2"/>
    <dgm:cxn modelId="{2B615B87-1C2E-4D87-A711-7C1D2966C478}" type="presParOf" srcId="{E24BEA1B-AFF5-4152-90D7-A4F99C23FB38}" destId="{C96BC278-1906-4268-839C-C87AA3C03953}" srcOrd="5" destOrd="0" presId="urn:microsoft.com/office/officeart/2005/8/layout/vList2"/>
    <dgm:cxn modelId="{87D0B25B-A42F-41B9-80AF-E12CDD124062}" type="presParOf" srcId="{E24BEA1B-AFF5-4152-90D7-A4F99C23FB38}" destId="{46AE2AB7-3153-4AD5-B95B-56354432DB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C80DC6-FD8C-47E9-94DC-A716AA8C30EF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D8AE497-C509-44AE-8B0F-620F8BD81059}">
      <dgm:prSet/>
      <dgm:spPr/>
      <dgm:t>
        <a:bodyPr/>
        <a:lstStyle/>
        <a:p>
          <a:r>
            <a:rPr lang="en-US" b="0" i="0" dirty="0"/>
            <a:t>Basic Operations : +,-,*,/,%,()</a:t>
          </a:r>
          <a:endParaRPr lang="en-IN" dirty="0"/>
        </a:p>
      </dgm:t>
    </dgm:pt>
    <dgm:pt modelId="{B8422334-395B-466D-A137-C019DAD2B0C4}" type="parTrans" cxnId="{6D842B91-A57E-42FA-AE12-75ABD937FCDE}">
      <dgm:prSet/>
      <dgm:spPr/>
      <dgm:t>
        <a:bodyPr/>
        <a:lstStyle/>
        <a:p>
          <a:endParaRPr lang="en-IN"/>
        </a:p>
      </dgm:t>
    </dgm:pt>
    <dgm:pt modelId="{4FEE791F-9290-4178-A06E-88156D584AFA}" type="sibTrans" cxnId="{6D842B91-A57E-42FA-AE12-75ABD937FCDE}">
      <dgm:prSet/>
      <dgm:spPr/>
      <dgm:t>
        <a:bodyPr/>
        <a:lstStyle/>
        <a:p>
          <a:endParaRPr lang="en-IN"/>
        </a:p>
      </dgm:t>
    </dgm:pt>
    <dgm:pt modelId="{C3DEFF56-6D12-4B89-BFFE-AB7896B87517}">
      <dgm:prSet/>
      <dgm:spPr/>
      <dgm:t>
        <a:bodyPr/>
        <a:lstStyle/>
        <a:p>
          <a:r>
            <a:rPr lang="en-US" b="0" i="0"/>
            <a:t>Scientific Functions:</a:t>
          </a:r>
          <a:endParaRPr lang="en-IN"/>
        </a:p>
      </dgm:t>
    </dgm:pt>
    <dgm:pt modelId="{30E95663-2F82-48D1-B2AB-4C68DE33E3A3}" type="parTrans" cxnId="{6ECD41F5-37D8-43D0-92EE-AEE0E5C0BB59}">
      <dgm:prSet/>
      <dgm:spPr/>
      <dgm:t>
        <a:bodyPr/>
        <a:lstStyle/>
        <a:p>
          <a:endParaRPr lang="en-IN"/>
        </a:p>
      </dgm:t>
    </dgm:pt>
    <dgm:pt modelId="{3DA28E47-8D0A-4DE1-8892-9230944522B6}" type="sibTrans" cxnId="{6ECD41F5-37D8-43D0-92EE-AEE0E5C0BB59}">
      <dgm:prSet/>
      <dgm:spPr/>
      <dgm:t>
        <a:bodyPr/>
        <a:lstStyle/>
        <a:p>
          <a:endParaRPr lang="en-IN"/>
        </a:p>
      </dgm:t>
    </dgm:pt>
    <dgm:pt modelId="{A7143D18-8E77-43FA-AACD-9416ECBEE7F0}">
      <dgm:prSet/>
      <dgm:spPr/>
      <dgm:t>
        <a:bodyPr/>
        <a:lstStyle/>
        <a:p>
          <a:r>
            <a:rPr lang="en-US" b="0" i="0" dirty="0"/>
            <a:t>Sin(),Cos(),tan()</a:t>
          </a:r>
          <a:endParaRPr lang="en-IN" dirty="0"/>
        </a:p>
      </dgm:t>
    </dgm:pt>
    <dgm:pt modelId="{4E990C3B-0CD9-48B3-8FA2-1608D3E43E1C}" type="parTrans" cxnId="{EA203771-B03B-41C8-A8FE-129D6535C9EC}">
      <dgm:prSet/>
      <dgm:spPr/>
      <dgm:t>
        <a:bodyPr/>
        <a:lstStyle/>
        <a:p>
          <a:endParaRPr lang="en-IN"/>
        </a:p>
      </dgm:t>
    </dgm:pt>
    <dgm:pt modelId="{61D0E88D-82AD-4763-9E05-7E1792373154}" type="sibTrans" cxnId="{EA203771-B03B-41C8-A8FE-129D6535C9EC}">
      <dgm:prSet/>
      <dgm:spPr/>
      <dgm:t>
        <a:bodyPr/>
        <a:lstStyle/>
        <a:p>
          <a:endParaRPr lang="en-IN"/>
        </a:p>
      </dgm:t>
    </dgm:pt>
    <dgm:pt modelId="{79A4441A-1D32-4FF2-B58E-3F0F1C0D2265}">
      <dgm:prSet/>
      <dgm:spPr/>
      <dgm:t>
        <a:bodyPr/>
        <a:lstStyle/>
        <a:p>
          <a:r>
            <a:rPr lang="en-US" b="0" i="0"/>
            <a:t>Sqrt()</a:t>
          </a:r>
          <a:endParaRPr lang="en-IN"/>
        </a:p>
      </dgm:t>
    </dgm:pt>
    <dgm:pt modelId="{BBA600A3-6953-474E-82D3-EAF463FED055}" type="parTrans" cxnId="{4437F964-CDA0-4929-BEF5-26DFEB35A688}">
      <dgm:prSet/>
      <dgm:spPr/>
      <dgm:t>
        <a:bodyPr/>
        <a:lstStyle/>
        <a:p>
          <a:endParaRPr lang="en-IN"/>
        </a:p>
      </dgm:t>
    </dgm:pt>
    <dgm:pt modelId="{F0F8CA2B-7431-4D39-B8D0-C7D620D68B0F}" type="sibTrans" cxnId="{4437F964-CDA0-4929-BEF5-26DFEB35A688}">
      <dgm:prSet/>
      <dgm:spPr/>
      <dgm:t>
        <a:bodyPr/>
        <a:lstStyle/>
        <a:p>
          <a:endParaRPr lang="en-IN"/>
        </a:p>
      </dgm:t>
    </dgm:pt>
    <dgm:pt modelId="{5B5E32D2-C976-46C4-824D-BB3B00CDDA92}">
      <dgm:prSet/>
      <dgm:spPr/>
      <dgm:t>
        <a:bodyPr/>
        <a:lstStyle/>
        <a:p>
          <a:r>
            <a:rPr lang="en-US" b="0" i="0" dirty="0"/>
            <a:t>Log(),Exp()</a:t>
          </a:r>
          <a:endParaRPr lang="en-IN" dirty="0"/>
        </a:p>
      </dgm:t>
    </dgm:pt>
    <dgm:pt modelId="{CFDDA262-5300-4324-B8C7-15FDA447E546}" type="parTrans" cxnId="{2EB521FB-EDFE-4006-8DBD-11A6BC9DCBCC}">
      <dgm:prSet/>
      <dgm:spPr/>
      <dgm:t>
        <a:bodyPr/>
        <a:lstStyle/>
        <a:p>
          <a:endParaRPr lang="en-IN"/>
        </a:p>
      </dgm:t>
    </dgm:pt>
    <dgm:pt modelId="{1F6D0C74-5C3E-4251-940D-27F595CFA564}" type="sibTrans" cxnId="{2EB521FB-EDFE-4006-8DBD-11A6BC9DCBCC}">
      <dgm:prSet/>
      <dgm:spPr/>
      <dgm:t>
        <a:bodyPr/>
        <a:lstStyle/>
        <a:p>
          <a:endParaRPr lang="en-IN"/>
        </a:p>
      </dgm:t>
    </dgm:pt>
    <dgm:pt modelId="{DF4E25CD-AC7A-4670-A09E-AF40C11717D0}">
      <dgm:prSet/>
      <dgm:spPr/>
      <dgm:t>
        <a:bodyPr/>
        <a:lstStyle/>
        <a:p>
          <a:r>
            <a:rPr lang="en-US" b="0" i="0" dirty="0"/>
            <a:t>Power function using ^</a:t>
          </a:r>
          <a:endParaRPr lang="en-IN" dirty="0"/>
        </a:p>
      </dgm:t>
    </dgm:pt>
    <dgm:pt modelId="{A748D13C-24B1-40D8-8911-59238870067F}" type="parTrans" cxnId="{18E43DB0-48FC-4A01-9BAE-34483F31AD3F}">
      <dgm:prSet/>
      <dgm:spPr/>
      <dgm:t>
        <a:bodyPr/>
        <a:lstStyle/>
        <a:p>
          <a:endParaRPr lang="en-IN"/>
        </a:p>
      </dgm:t>
    </dgm:pt>
    <dgm:pt modelId="{C2613DC5-EE04-4CBA-9513-0533B5598588}" type="sibTrans" cxnId="{18E43DB0-48FC-4A01-9BAE-34483F31AD3F}">
      <dgm:prSet/>
      <dgm:spPr/>
      <dgm:t>
        <a:bodyPr/>
        <a:lstStyle/>
        <a:p>
          <a:endParaRPr lang="en-IN"/>
        </a:p>
      </dgm:t>
    </dgm:pt>
    <dgm:pt modelId="{C08D1B2F-E7BB-469B-B483-31F646A2F46F}">
      <dgm:prSet/>
      <dgm:spPr/>
      <dgm:t>
        <a:bodyPr/>
        <a:lstStyle/>
        <a:p>
          <a:r>
            <a:rPr lang="en-US" b="0" i="0" dirty="0"/>
            <a:t>(pi) &amp; e</a:t>
          </a:r>
          <a:endParaRPr lang="en-IN" dirty="0"/>
        </a:p>
      </dgm:t>
    </dgm:pt>
    <dgm:pt modelId="{CF2F81AC-99C2-45F3-8046-B2F3329E7994}" type="parTrans" cxnId="{F1E260BF-9D42-435A-9A28-420469660386}">
      <dgm:prSet/>
      <dgm:spPr/>
      <dgm:t>
        <a:bodyPr/>
        <a:lstStyle/>
        <a:p>
          <a:endParaRPr lang="en-IN"/>
        </a:p>
      </dgm:t>
    </dgm:pt>
    <dgm:pt modelId="{95D246E2-2A54-48AE-9F81-881781991E51}" type="sibTrans" cxnId="{F1E260BF-9D42-435A-9A28-420469660386}">
      <dgm:prSet/>
      <dgm:spPr/>
      <dgm:t>
        <a:bodyPr/>
        <a:lstStyle/>
        <a:p>
          <a:endParaRPr lang="en-IN"/>
        </a:p>
      </dgm:t>
    </dgm:pt>
    <dgm:pt modelId="{C818DECB-1725-4B89-A83C-995BBEA454BB}">
      <dgm:prSet/>
      <dgm:spPr/>
      <dgm:t>
        <a:bodyPr/>
        <a:lstStyle/>
        <a:p>
          <a:r>
            <a:rPr lang="en-US" dirty="0"/>
            <a:t>Constants included</a:t>
          </a:r>
          <a:endParaRPr lang="en-IN" dirty="0"/>
        </a:p>
      </dgm:t>
    </dgm:pt>
    <dgm:pt modelId="{F8A8B090-DD1B-4724-B4F2-38B43E7ADFB2}" type="parTrans" cxnId="{966B0405-89BC-4E13-A278-ED513E9DFD90}">
      <dgm:prSet/>
      <dgm:spPr/>
      <dgm:t>
        <a:bodyPr/>
        <a:lstStyle/>
        <a:p>
          <a:endParaRPr lang="en-IN"/>
        </a:p>
      </dgm:t>
    </dgm:pt>
    <dgm:pt modelId="{6B195293-EFEA-4A94-9A90-B85FFA353FC5}" type="sibTrans" cxnId="{966B0405-89BC-4E13-A278-ED513E9DFD90}">
      <dgm:prSet/>
      <dgm:spPr/>
      <dgm:t>
        <a:bodyPr/>
        <a:lstStyle/>
        <a:p>
          <a:endParaRPr lang="en-IN"/>
        </a:p>
      </dgm:t>
    </dgm:pt>
    <dgm:pt modelId="{35AA6FE8-FFC2-4CC2-B273-1EC7BC4579D4}">
      <dgm:prSet/>
      <dgm:spPr/>
      <dgm:t>
        <a:bodyPr/>
        <a:lstStyle/>
        <a:p>
          <a:r>
            <a:rPr lang="en-US" dirty="0"/>
            <a:t>(pi) &amp; e</a:t>
          </a:r>
          <a:endParaRPr lang="en-IN" dirty="0"/>
        </a:p>
      </dgm:t>
    </dgm:pt>
    <dgm:pt modelId="{0AEC055C-3B8E-4072-B141-5ADC49BAE085}" type="parTrans" cxnId="{A1570350-A1BD-45CB-8AC6-FB41E2E95AA4}">
      <dgm:prSet/>
      <dgm:spPr/>
      <dgm:t>
        <a:bodyPr/>
        <a:lstStyle/>
        <a:p>
          <a:endParaRPr lang="en-IN"/>
        </a:p>
      </dgm:t>
    </dgm:pt>
    <dgm:pt modelId="{747DD3DA-E408-46D8-BDAD-D970D2A22934}" type="sibTrans" cxnId="{A1570350-A1BD-45CB-8AC6-FB41E2E95AA4}">
      <dgm:prSet/>
      <dgm:spPr/>
      <dgm:t>
        <a:bodyPr/>
        <a:lstStyle/>
        <a:p>
          <a:endParaRPr lang="en-IN"/>
        </a:p>
      </dgm:t>
    </dgm:pt>
    <dgm:pt modelId="{27246864-977E-4C3D-AB28-AF920F35D773}">
      <dgm:prSet/>
      <dgm:spPr/>
      <dgm:t>
        <a:bodyPr/>
        <a:lstStyle/>
        <a:p>
          <a:r>
            <a:rPr lang="en-US" dirty="0"/>
            <a:t>Additional Utilities</a:t>
          </a:r>
          <a:endParaRPr lang="en-IN" dirty="0"/>
        </a:p>
      </dgm:t>
    </dgm:pt>
    <dgm:pt modelId="{19D96704-DDCF-451C-84D6-D81E24F192F1}" type="parTrans" cxnId="{052DA796-194E-410D-9AE9-865320FBFBE3}">
      <dgm:prSet/>
      <dgm:spPr/>
      <dgm:t>
        <a:bodyPr/>
        <a:lstStyle/>
        <a:p>
          <a:endParaRPr lang="en-IN"/>
        </a:p>
      </dgm:t>
    </dgm:pt>
    <dgm:pt modelId="{8EBF1511-C2D4-475A-8843-106DBF5E4676}" type="sibTrans" cxnId="{052DA796-194E-410D-9AE9-865320FBFBE3}">
      <dgm:prSet/>
      <dgm:spPr/>
      <dgm:t>
        <a:bodyPr/>
        <a:lstStyle/>
        <a:p>
          <a:endParaRPr lang="en-IN"/>
        </a:p>
      </dgm:t>
    </dgm:pt>
    <dgm:pt modelId="{87178479-659D-449A-93AA-1927750AC7C2}">
      <dgm:prSet/>
      <dgm:spPr/>
      <dgm:t>
        <a:bodyPr/>
        <a:lstStyle/>
        <a:p>
          <a:r>
            <a:rPr lang="en-US" dirty="0"/>
            <a:t>Clear(C)</a:t>
          </a:r>
          <a:endParaRPr lang="en-IN" dirty="0"/>
        </a:p>
      </dgm:t>
    </dgm:pt>
    <dgm:pt modelId="{7D1D90F7-6EA4-4045-A22F-B02077AF48B9}" type="parTrans" cxnId="{D2712D6F-8D48-4387-8A2A-5A75E8CBC55D}">
      <dgm:prSet/>
      <dgm:spPr/>
      <dgm:t>
        <a:bodyPr/>
        <a:lstStyle/>
        <a:p>
          <a:endParaRPr lang="en-IN"/>
        </a:p>
      </dgm:t>
    </dgm:pt>
    <dgm:pt modelId="{85DD268E-CB74-42E0-ABAD-51CE6C888B75}" type="sibTrans" cxnId="{D2712D6F-8D48-4387-8A2A-5A75E8CBC55D}">
      <dgm:prSet/>
      <dgm:spPr/>
      <dgm:t>
        <a:bodyPr/>
        <a:lstStyle/>
        <a:p>
          <a:endParaRPr lang="en-IN"/>
        </a:p>
      </dgm:t>
    </dgm:pt>
    <dgm:pt modelId="{9C282104-9726-4CEA-947F-C41D9643E612}">
      <dgm:prSet/>
      <dgm:spPr/>
      <dgm:t>
        <a:bodyPr/>
        <a:lstStyle/>
        <a:p>
          <a:r>
            <a:rPr lang="en-US" dirty="0"/>
            <a:t>Backspace (DEL)</a:t>
          </a:r>
          <a:endParaRPr lang="en-IN" dirty="0"/>
        </a:p>
      </dgm:t>
    </dgm:pt>
    <dgm:pt modelId="{CAFE6BEA-9A58-4FEB-B394-38535CE1A9F0}" type="parTrans" cxnId="{66EDB0C6-CCDF-4D29-A92C-D61B7083FDB1}">
      <dgm:prSet/>
      <dgm:spPr/>
      <dgm:t>
        <a:bodyPr/>
        <a:lstStyle/>
        <a:p>
          <a:endParaRPr lang="en-IN"/>
        </a:p>
      </dgm:t>
    </dgm:pt>
    <dgm:pt modelId="{E61FA1BA-69D1-42DB-A688-CD912D07B4E6}" type="sibTrans" cxnId="{66EDB0C6-CCDF-4D29-A92C-D61B7083FDB1}">
      <dgm:prSet/>
      <dgm:spPr/>
      <dgm:t>
        <a:bodyPr/>
        <a:lstStyle/>
        <a:p>
          <a:endParaRPr lang="en-IN"/>
        </a:p>
      </dgm:t>
    </dgm:pt>
    <dgm:pt modelId="{261E4B65-4E0F-47FB-A9BD-BD740301E076}">
      <dgm:prSet/>
      <dgm:spPr/>
      <dgm:t>
        <a:bodyPr/>
        <a:lstStyle/>
        <a:p>
          <a:r>
            <a:rPr lang="en-US" dirty="0"/>
            <a:t>Error handling</a:t>
          </a:r>
          <a:endParaRPr lang="en-IN" dirty="0"/>
        </a:p>
      </dgm:t>
    </dgm:pt>
    <dgm:pt modelId="{C5C2A3C2-D12C-43A3-B150-1D8206650953}" type="parTrans" cxnId="{81282608-87E9-43B6-AA69-77E44E87A29D}">
      <dgm:prSet/>
      <dgm:spPr/>
      <dgm:t>
        <a:bodyPr/>
        <a:lstStyle/>
        <a:p>
          <a:endParaRPr lang="en-IN"/>
        </a:p>
      </dgm:t>
    </dgm:pt>
    <dgm:pt modelId="{B476DA5E-3E67-4985-89D7-AFAF74A3D23E}" type="sibTrans" cxnId="{81282608-87E9-43B6-AA69-77E44E87A29D}">
      <dgm:prSet/>
      <dgm:spPr/>
      <dgm:t>
        <a:bodyPr/>
        <a:lstStyle/>
        <a:p>
          <a:endParaRPr lang="en-IN"/>
        </a:p>
      </dgm:t>
    </dgm:pt>
    <dgm:pt modelId="{B79248E9-05AF-4C6D-9898-75D90D1D5F7E}">
      <dgm:prSet/>
      <dgm:spPr/>
      <dgm:t>
        <a:bodyPr/>
        <a:lstStyle/>
        <a:p>
          <a:r>
            <a:rPr lang="en-US" b="0" i="0" dirty="0"/>
            <a:t>Constants Included:</a:t>
          </a:r>
          <a:endParaRPr lang="en-IN" dirty="0"/>
        </a:p>
      </dgm:t>
    </dgm:pt>
    <dgm:pt modelId="{94C14500-25C1-4A05-B269-210F8EC96083}" type="parTrans" cxnId="{DF0562DF-5334-4C53-B068-C97340E66EA4}">
      <dgm:prSet/>
      <dgm:spPr/>
      <dgm:t>
        <a:bodyPr/>
        <a:lstStyle/>
        <a:p>
          <a:endParaRPr lang="en-IN"/>
        </a:p>
      </dgm:t>
    </dgm:pt>
    <dgm:pt modelId="{4F94F541-568D-4240-B98F-0F97BAC71DDE}" type="sibTrans" cxnId="{DF0562DF-5334-4C53-B068-C97340E66EA4}">
      <dgm:prSet/>
      <dgm:spPr/>
      <dgm:t>
        <a:bodyPr/>
        <a:lstStyle/>
        <a:p>
          <a:endParaRPr lang="en-IN"/>
        </a:p>
      </dgm:t>
    </dgm:pt>
    <dgm:pt modelId="{4D971FB1-4C36-4569-8FE2-29639715B71B}" type="pres">
      <dgm:prSet presAssocID="{E3C80DC6-FD8C-47E9-94DC-A716AA8C30EF}" presName="linear" presStyleCnt="0">
        <dgm:presLayoutVars>
          <dgm:animLvl val="lvl"/>
          <dgm:resizeHandles val="exact"/>
        </dgm:presLayoutVars>
      </dgm:prSet>
      <dgm:spPr/>
    </dgm:pt>
    <dgm:pt modelId="{1C0136E1-FC3B-4A1F-821D-4F53388663A0}" type="pres">
      <dgm:prSet presAssocID="{CD8AE497-C509-44AE-8B0F-620F8BD81059}" presName="parentText" presStyleLbl="node1" presStyleIdx="0" presStyleCnt="4" custLinFactY="-91137" custLinFactNeighborX="-879" custLinFactNeighborY="-100000">
        <dgm:presLayoutVars>
          <dgm:chMax val="0"/>
          <dgm:bulletEnabled val="1"/>
        </dgm:presLayoutVars>
      </dgm:prSet>
      <dgm:spPr/>
    </dgm:pt>
    <dgm:pt modelId="{07BA6030-5D42-40FD-8AB4-1C4E4A6D9B0F}" type="pres">
      <dgm:prSet presAssocID="{4FEE791F-9290-4178-A06E-88156D584AFA}" presName="spacer" presStyleCnt="0"/>
      <dgm:spPr/>
    </dgm:pt>
    <dgm:pt modelId="{ED5577A7-C5EC-4024-8C36-409919DA47AA}" type="pres">
      <dgm:prSet presAssocID="{C3DEFF56-6D12-4B89-BFFE-AB7896B8751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14831C-BD6B-47DC-970F-44AD6EEE7B48}" type="pres">
      <dgm:prSet presAssocID="{C3DEFF56-6D12-4B89-BFFE-AB7896B87517}" presName="childText" presStyleLbl="revTx" presStyleIdx="0" presStyleCnt="3">
        <dgm:presLayoutVars>
          <dgm:bulletEnabled val="1"/>
        </dgm:presLayoutVars>
      </dgm:prSet>
      <dgm:spPr/>
    </dgm:pt>
    <dgm:pt modelId="{6FD625CE-C8D0-486C-87FD-709F94C99972}" type="pres">
      <dgm:prSet presAssocID="{C818DECB-1725-4B89-A83C-995BBEA454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0C4706D-87D1-48D8-B5DC-A77285C8CABD}" type="pres">
      <dgm:prSet presAssocID="{C818DECB-1725-4B89-A83C-995BBEA454BB}" presName="childText" presStyleLbl="revTx" presStyleIdx="1" presStyleCnt="3">
        <dgm:presLayoutVars>
          <dgm:bulletEnabled val="1"/>
        </dgm:presLayoutVars>
      </dgm:prSet>
      <dgm:spPr/>
    </dgm:pt>
    <dgm:pt modelId="{AAB56836-8CC3-42A4-80BF-44DC3D5C04F4}" type="pres">
      <dgm:prSet presAssocID="{27246864-977E-4C3D-AB28-AF920F35D77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20C57BE-77B2-4B6A-ADA9-33A721DB83AD}" type="pres">
      <dgm:prSet presAssocID="{27246864-977E-4C3D-AB28-AF920F35D77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66B0405-89BC-4E13-A278-ED513E9DFD90}" srcId="{E3C80DC6-FD8C-47E9-94DC-A716AA8C30EF}" destId="{C818DECB-1725-4B89-A83C-995BBEA454BB}" srcOrd="2" destOrd="0" parTransId="{F8A8B090-DD1B-4724-B4F2-38B43E7ADFB2}" sibTransId="{6B195293-EFEA-4A94-9A90-B85FFA353FC5}"/>
    <dgm:cxn modelId="{81282608-87E9-43B6-AA69-77E44E87A29D}" srcId="{27246864-977E-4C3D-AB28-AF920F35D773}" destId="{261E4B65-4E0F-47FB-A9BD-BD740301E076}" srcOrd="2" destOrd="0" parTransId="{C5C2A3C2-D12C-43A3-B150-1D8206650953}" sibTransId="{B476DA5E-3E67-4985-89D7-AFAF74A3D23E}"/>
    <dgm:cxn modelId="{D6FA813F-F2F6-4571-94C9-B58F5A9BD222}" type="presOf" srcId="{CD8AE497-C509-44AE-8B0F-620F8BD81059}" destId="{1C0136E1-FC3B-4A1F-821D-4F53388663A0}" srcOrd="0" destOrd="0" presId="urn:microsoft.com/office/officeart/2005/8/layout/vList2"/>
    <dgm:cxn modelId="{4437F964-CDA0-4929-BEF5-26DFEB35A688}" srcId="{C3DEFF56-6D12-4B89-BFFE-AB7896B87517}" destId="{79A4441A-1D32-4FF2-B58E-3F0F1C0D2265}" srcOrd="1" destOrd="0" parTransId="{BBA600A3-6953-474E-82D3-EAF463FED055}" sibTransId="{F0F8CA2B-7431-4D39-B8D0-C7D620D68B0F}"/>
    <dgm:cxn modelId="{C56F7366-A211-4A9C-B602-103832A7A285}" type="presOf" srcId="{5B5E32D2-C976-46C4-824D-BB3B00CDDA92}" destId="{2614831C-BD6B-47DC-970F-44AD6EEE7B48}" srcOrd="0" destOrd="2" presId="urn:microsoft.com/office/officeart/2005/8/layout/vList2"/>
    <dgm:cxn modelId="{30675868-7B7A-46D7-AA46-727D16C904CD}" type="presOf" srcId="{C08D1B2F-E7BB-469B-B483-31F646A2F46F}" destId="{2614831C-BD6B-47DC-970F-44AD6EEE7B48}" srcOrd="0" destOrd="5" presId="urn:microsoft.com/office/officeart/2005/8/layout/vList2"/>
    <dgm:cxn modelId="{CB34C46D-ACCA-4DC2-9C57-D6F15C1B1C82}" type="presOf" srcId="{9C282104-9726-4CEA-947F-C41D9643E612}" destId="{120C57BE-77B2-4B6A-ADA9-33A721DB83AD}" srcOrd="0" destOrd="1" presId="urn:microsoft.com/office/officeart/2005/8/layout/vList2"/>
    <dgm:cxn modelId="{D2712D6F-8D48-4387-8A2A-5A75E8CBC55D}" srcId="{27246864-977E-4C3D-AB28-AF920F35D773}" destId="{87178479-659D-449A-93AA-1927750AC7C2}" srcOrd="0" destOrd="0" parTransId="{7D1D90F7-6EA4-4045-A22F-B02077AF48B9}" sibTransId="{85DD268E-CB74-42E0-ABAD-51CE6C888B75}"/>
    <dgm:cxn modelId="{A1570350-A1BD-45CB-8AC6-FB41E2E95AA4}" srcId="{C818DECB-1725-4B89-A83C-995BBEA454BB}" destId="{35AA6FE8-FFC2-4CC2-B273-1EC7BC4579D4}" srcOrd="0" destOrd="0" parTransId="{0AEC055C-3B8E-4072-B141-5ADC49BAE085}" sibTransId="{747DD3DA-E408-46D8-BDAD-D970D2A22934}"/>
    <dgm:cxn modelId="{EA203771-B03B-41C8-A8FE-129D6535C9EC}" srcId="{C3DEFF56-6D12-4B89-BFFE-AB7896B87517}" destId="{A7143D18-8E77-43FA-AACD-9416ECBEE7F0}" srcOrd="0" destOrd="0" parTransId="{4E990C3B-0CD9-48B3-8FA2-1608D3E43E1C}" sibTransId="{61D0E88D-82AD-4763-9E05-7E1792373154}"/>
    <dgm:cxn modelId="{95C68A7A-B31E-44D5-9EC4-912773236261}" type="presOf" srcId="{E3C80DC6-FD8C-47E9-94DC-A716AA8C30EF}" destId="{4D971FB1-4C36-4569-8FE2-29639715B71B}" srcOrd="0" destOrd="0" presId="urn:microsoft.com/office/officeart/2005/8/layout/vList2"/>
    <dgm:cxn modelId="{7D0BBF8A-C205-4855-8213-BD17DDCC6A55}" type="presOf" srcId="{C818DECB-1725-4B89-A83C-995BBEA454BB}" destId="{6FD625CE-C8D0-486C-87FD-709F94C99972}" srcOrd="0" destOrd="0" presId="urn:microsoft.com/office/officeart/2005/8/layout/vList2"/>
    <dgm:cxn modelId="{6D842B91-A57E-42FA-AE12-75ABD937FCDE}" srcId="{E3C80DC6-FD8C-47E9-94DC-A716AA8C30EF}" destId="{CD8AE497-C509-44AE-8B0F-620F8BD81059}" srcOrd="0" destOrd="0" parTransId="{B8422334-395B-466D-A137-C019DAD2B0C4}" sibTransId="{4FEE791F-9290-4178-A06E-88156D584AFA}"/>
    <dgm:cxn modelId="{1ECC8191-FAEB-4C46-A989-F226A18A4F78}" type="presOf" srcId="{B79248E9-05AF-4C6D-9898-75D90D1D5F7E}" destId="{2614831C-BD6B-47DC-970F-44AD6EEE7B48}" srcOrd="0" destOrd="4" presId="urn:microsoft.com/office/officeart/2005/8/layout/vList2"/>
    <dgm:cxn modelId="{052DA796-194E-410D-9AE9-865320FBFBE3}" srcId="{E3C80DC6-FD8C-47E9-94DC-A716AA8C30EF}" destId="{27246864-977E-4C3D-AB28-AF920F35D773}" srcOrd="3" destOrd="0" parTransId="{19D96704-DDCF-451C-84D6-D81E24F192F1}" sibTransId="{8EBF1511-C2D4-475A-8843-106DBF5E4676}"/>
    <dgm:cxn modelId="{3F7DACAA-3B28-4D32-B681-14991F6B4815}" type="presOf" srcId="{35AA6FE8-FFC2-4CC2-B273-1EC7BC4579D4}" destId="{F0C4706D-87D1-48D8-B5DC-A77285C8CABD}" srcOrd="0" destOrd="0" presId="urn:microsoft.com/office/officeart/2005/8/layout/vList2"/>
    <dgm:cxn modelId="{18E43DB0-48FC-4A01-9BAE-34483F31AD3F}" srcId="{C3DEFF56-6D12-4B89-BFFE-AB7896B87517}" destId="{DF4E25CD-AC7A-4670-A09E-AF40C11717D0}" srcOrd="3" destOrd="0" parTransId="{A748D13C-24B1-40D8-8911-59238870067F}" sibTransId="{C2613DC5-EE04-4CBA-9513-0533B5598588}"/>
    <dgm:cxn modelId="{85C7CAB0-F0DE-4D5E-9EA2-BC8A5D2B5E08}" type="presOf" srcId="{261E4B65-4E0F-47FB-A9BD-BD740301E076}" destId="{120C57BE-77B2-4B6A-ADA9-33A721DB83AD}" srcOrd="0" destOrd="2" presId="urn:microsoft.com/office/officeart/2005/8/layout/vList2"/>
    <dgm:cxn modelId="{20DD66B4-631C-4FD2-A170-1184CD851441}" type="presOf" srcId="{79A4441A-1D32-4FF2-B58E-3F0F1C0D2265}" destId="{2614831C-BD6B-47DC-970F-44AD6EEE7B48}" srcOrd="0" destOrd="1" presId="urn:microsoft.com/office/officeart/2005/8/layout/vList2"/>
    <dgm:cxn modelId="{CC44AEB9-56B9-4F1D-82C4-80BFA08E3A10}" type="presOf" srcId="{C3DEFF56-6D12-4B89-BFFE-AB7896B87517}" destId="{ED5577A7-C5EC-4024-8C36-409919DA47AA}" srcOrd="0" destOrd="0" presId="urn:microsoft.com/office/officeart/2005/8/layout/vList2"/>
    <dgm:cxn modelId="{F1E260BF-9D42-435A-9A28-420469660386}" srcId="{C3DEFF56-6D12-4B89-BFFE-AB7896B87517}" destId="{C08D1B2F-E7BB-469B-B483-31F646A2F46F}" srcOrd="5" destOrd="0" parTransId="{CF2F81AC-99C2-45F3-8046-B2F3329E7994}" sibTransId="{95D246E2-2A54-48AE-9F81-881781991E51}"/>
    <dgm:cxn modelId="{66EDB0C6-CCDF-4D29-A92C-D61B7083FDB1}" srcId="{27246864-977E-4C3D-AB28-AF920F35D773}" destId="{9C282104-9726-4CEA-947F-C41D9643E612}" srcOrd="1" destOrd="0" parTransId="{CAFE6BEA-9A58-4FEB-B394-38535CE1A9F0}" sibTransId="{E61FA1BA-69D1-42DB-A688-CD912D07B4E6}"/>
    <dgm:cxn modelId="{4588C7C7-50EE-4609-BC41-E22D20B90EA0}" type="presOf" srcId="{87178479-659D-449A-93AA-1927750AC7C2}" destId="{120C57BE-77B2-4B6A-ADA9-33A721DB83AD}" srcOrd="0" destOrd="0" presId="urn:microsoft.com/office/officeart/2005/8/layout/vList2"/>
    <dgm:cxn modelId="{120CDEC7-2515-4124-8EE2-191CADC6B4D2}" type="presOf" srcId="{27246864-977E-4C3D-AB28-AF920F35D773}" destId="{AAB56836-8CC3-42A4-80BF-44DC3D5C04F4}" srcOrd="0" destOrd="0" presId="urn:microsoft.com/office/officeart/2005/8/layout/vList2"/>
    <dgm:cxn modelId="{D2D61ACC-3F66-4227-8AFE-ED52B3FE2377}" type="presOf" srcId="{DF4E25CD-AC7A-4670-A09E-AF40C11717D0}" destId="{2614831C-BD6B-47DC-970F-44AD6EEE7B48}" srcOrd="0" destOrd="3" presId="urn:microsoft.com/office/officeart/2005/8/layout/vList2"/>
    <dgm:cxn modelId="{DF0562DF-5334-4C53-B068-C97340E66EA4}" srcId="{C3DEFF56-6D12-4B89-BFFE-AB7896B87517}" destId="{B79248E9-05AF-4C6D-9898-75D90D1D5F7E}" srcOrd="4" destOrd="0" parTransId="{94C14500-25C1-4A05-B269-210F8EC96083}" sibTransId="{4F94F541-568D-4240-B98F-0F97BAC71DDE}"/>
    <dgm:cxn modelId="{192F23E5-F54A-45CA-8C92-9EF8462363F6}" type="presOf" srcId="{A7143D18-8E77-43FA-AACD-9416ECBEE7F0}" destId="{2614831C-BD6B-47DC-970F-44AD6EEE7B48}" srcOrd="0" destOrd="0" presId="urn:microsoft.com/office/officeart/2005/8/layout/vList2"/>
    <dgm:cxn modelId="{6ECD41F5-37D8-43D0-92EE-AEE0E5C0BB59}" srcId="{E3C80DC6-FD8C-47E9-94DC-A716AA8C30EF}" destId="{C3DEFF56-6D12-4B89-BFFE-AB7896B87517}" srcOrd="1" destOrd="0" parTransId="{30E95663-2F82-48D1-B2AB-4C68DE33E3A3}" sibTransId="{3DA28E47-8D0A-4DE1-8892-9230944522B6}"/>
    <dgm:cxn modelId="{2EB521FB-EDFE-4006-8DBD-11A6BC9DCBCC}" srcId="{C3DEFF56-6D12-4B89-BFFE-AB7896B87517}" destId="{5B5E32D2-C976-46C4-824D-BB3B00CDDA92}" srcOrd="2" destOrd="0" parTransId="{CFDDA262-5300-4324-B8C7-15FDA447E546}" sibTransId="{1F6D0C74-5C3E-4251-940D-27F595CFA564}"/>
    <dgm:cxn modelId="{2B44F5D3-ABBF-42CD-8A42-8FFCB5DBE9B0}" type="presParOf" srcId="{4D971FB1-4C36-4569-8FE2-29639715B71B}" destId="{1C0136E1-FC3B-4A1F-821D-4F53388663A0}" srcOrd="0" destOrd="0" presId="urn:microsoft.com/office/officeart/2005/8/layout/vList2"/>
    <dgm:cxn modelId="{A45A5D1D-AD69-4DFF-A6ED-C2C9FAD42333}" type="presParOf" srcId="{4D971FB1-4C36-4569-8FE2-29639715B71B}" destId="{07BA6030-5D42-40FD-8AB4-1C4E4A6D9B0F}" srcOrd="1" destOrd="0" presId="urn:microsoft.com/office/officeart/2005/8/layout/vList2"/>
    <dgm:cxn modelId="{C2BF0EF1-86E8-4961-B5D1-1B51ACC8F9B6}" type="presParOf" srcId="{4D971FB1-4C36-4569-8FE2-29639715B71B}" destId="{ED5577A7-C5EC-4024-8C36-409919DA47AA}" srcOrd="2" destOrd="0" presId="urn:microsoft.com/office/officeart/2005/8/layout/vList2"/>
    <dgm:cxn modelId="{C465889E-3CD4-4899-A83D-8AB637E03B01}" type="presParOf" srcId="{4D971FB1-4C36-4569-8FE2-29639715B71B}" destId="{2614831C-BD6B-47DC-970F-44AD6EEE7B48}" srcOrd="3" destOrd="0" presId="urn:microsoft.com/office/officeart/2005/8/layout/vList2"/>
    <dgm:cxn modelId="{8AE106FE-9E2B-436A-BD96-E2FAA3F4F6CB}" type="presParOf" srcId="{4D971FB1-4C36-4569-8FE2-29639715B71B}" destId="{6FD625CE-C8D0-486C-87FD-709F94C99972}" srcOrd="4" destOrd="0" presId="urn:microsoft.com/office/officeart/2005/8/layout/vList2"/>
    <dgm:cxn modelId="{8AF8EC23-BD6D-4247-B815-5681FF430AC3}" type="presParOf" srcId="{4D971FB1-4C36-4569-8FE2-29639715B71B}" destId="{F0C4706D-87D1-48D8-B5DC-A77285C8CABD}" srcOrd="5" destOrd="0" presId="urn:microsoft.com/office/officeart/2005/8/layout/vList2"/>
    <dgm:cxn modelId="{822DE542-F655-40B2-847A-47DA647ED5E9}" type="presParOf" srcId="{4D971FB1-4C36-4569-8FE2-29639715B71B}" destId="{AAB56836-8CC3-42A4-80BF-44DC3D5C04F4}" srcOrd="6" destOrd="0" presId="urn:microsoft.com/office/officeart/2005/8/layout/vList2"/>
    <dgm:cxn modelId="{006E3FD0-61F2-4C6F-A40F-E2C622F9C048}" type="presParOf" srcId="{4D971FB1-4C36-4569-8FE2-29639715B71B}" destId="{120C57BE-77B2-4B6A-ADA9-33A721DB83AD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C172D4-7AD1-4A3B-A099-B58304B31C28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7606391-C58F-444D-BC5B-132C6F5BC15E}">
      <dgm:prSet/>
      <dgm:spPr/>
      <dgm:t>
        <a:bodyPr/>
        <a:lstStyle/>
        <a:p>
          <a:r>
            <a:rPr lang="en-US" b="0" i="0"/>
            <a:t>Input expression is typed in the entry box.</a:t>
          </a:r>
          <a:endParaRPr lang="en-IN"/>
        </a:p>
      </dgm:t>
    </dgm:pt>
    <dgm:pt modelId="{37D494C3-D13F-4FEC-AF95-172BF52B4D39}" type="parTrans" cxnId="{DDD37BF8-32DF-4A43-9F0B-7C0E84BD8491}">
      <dgm:prSet/>
      <dgm:spPr/>
      <dgm:t>
        <a:bodyPr/>
        <a:lstStyle/>
        <a:p>
          <a:endParaRPr lang="en-IN"/>
        </a:p>
      </dgm:t>
    </dgm:pt>
    <dgm:pt modelId="{0B088E65-845D-4524-8AA5-EB9C04AE1B60}" type="sibTrans" cxnId="{DDD37BF8-32DF-4A43-9F0B-7C0E84BD8491}">
      <dgm:prSet/>
      <dgm:spPr/>
      <dgm:t>
        <a:bodyPr/>
        <a:lstStyle/>
        <a:p>
          <a:endParaRPr lang="en-IN"/>
        </a:p>
      </dgm:t>
    </dgm:pt>
    <dgm:pt modelId="{4AD3A88F-FEC4-466E-8D22-7DE12DDC0E95}">
      <dgm:prSet/>
      <dgm:spPr/>
      <dgm:t>
        <a:bodyPr/>
        <a:lstStyle/>
        <a:p>
          <a:r>
            <a:rPr lang="en-US" b="0" i="0"/>
            <a:t>^ is internally converted into ** for power operation.</a:t>
          </a:r>
          <a:endParaRPr lang="en-IN"/>
        </a:p>
      </dgm:t>
    </dgm:pt>
    <dgm:pt modelId="{1FE9CEC8-5E0F-467A-BD75-16229AD74A9B}" type="parTrans" cxnId="{3697AA42-D772-48A6-93C7-2FB594B9901B}">
      <dgm:prSet/>
      <dgm:spPr/>
      <dgm:t>
        <a:bodyPr/>
        <a:lstStyle/>
        <a:p>
          <a:endParaRPr lang="en-IN"/>
        </a:p>
      </dgm:t>
    </dgm:pt>
    <dgm:pt modelId="{F723F20E-929D-4A71-9E20-AA22A75C6B1B}" type="sibTrans" cxnId="{3697AA42-D772-48A6-93C7-2FB594B9901B}">
      <dgm:prSet/>
      <dgm:spPr/>
      <dgm:t>
        <a:bodyPr/>
        <a:lstStyle/>
        <a:p>
          <a:endParaRPr lang="en-IN"/>
        </a:p>
      </dgm:t>
    </dgm:pt>
    <dgm:pt modelId="{14EB9ECD-B8AD-4F99-B621-F420CD165C27}">
      <dgm:prSet/>
      <dgm:spPr/>
      <dgm:t>
        <a:bodyPr/>
        <a:lstStyle/>
        <a:p>
          <a:r>
            <a:rPr lang="en-US" b="0" i="0"/>
            <a:t>Python’s math module is used to evaluate scientific functions.</a:t>
          </a:r>
          <a:endParaRPr lang="en-IN"/>
        </a:p>
      </dgm:t>
    </dgm:pt>
    <dgm:pt modelId="{BECBDB40-BF8D-4C56-A540-27B358860FB3}" type="parTrans" cxnId="{9B67EAFE-2820-437D-8766-7658A8582B3C}">
      <dgm:prSet/>
      <dgm:spPr/>
      <dgm:t>
        <a:bodyPr/>
        <a:lstStyle/>
        <a:p>
          <a:endParaRPr lang="en-IN"/>
        </a:p>
      </dgm:t>
    </dgm:pt>
    <dgm:pt modelId="{495DEEE6-BA59-47C3-9459-1DB9EE748F83}" type="sibTrans" cxnId="{9B67EAFE-2820-437D-8766-7658A8582B3C}">
      <dgm:prSet/>
      <dgm:spPr/>
      <dgm:t>
        <a:bodyPr/>
        <a:lstStyle/>
        <a:p>
          <a:endParaRPr lang="en-IN"/>
        </a:p>
      </dgm:t>
    </dgm:pt>
    <dgm:pt modelId="{217203F1-2A06-42E8-951D-C0169BB4FBCC}">
      <dgm:prSet/>
      <dgm:spPr/>
      <dgm:t>
        <a:bodyPr/>
        <a:lstStyle/>
        <a:p>
          <a:r>
            <a:rPr lang="en-US" b="0" i="0"/>
            <a:t>The eval() function computes the final expression securely.</a:t>
          </a:r>
          <a:endParaRPr lang="en-IN"/>
        </a:p>
      </dgm:t>
    </dgm:pt>
    <dgm:pt modelId="{C2E3E8A6-A667-44FE-9E2A-84A0346D0F43}" type="parTrans" cxnId="{73F876F4-E66C-4DE4-9B21-DFA7E2E92FCA}">
      <dgm:prSet/>
      <dgm:spPr/>
      <dgm:t>
        <a:bodyPr/>
        <a:lstStyle/>
        <a:p>
          <a:endParaRPr lang="en-IN"/>
        </a:p>
      </dgm:t>
    </dgm:pt>
    <dgm:pt modelId="{09103AC9-9CB9-45DE-9F79-A2E2B2C98430}" type="sibTrans" cxnId="{73F876F4-E66C-4DE4-9B21-DFA7E2E92FCA}">
      <dgm:prSet/>
      <dgm:spPr/>
      <dgm:t>
        <a:bodyPr/>
        <a:lstStyle/>
        <a:p>
          <a:endParaRPr lang="en-IN"/>
        </a:p>
      </dgm:t>
    </dgm:pt>
    <dgm:pt modelId="{F9593E7A-F2D5-4B6E-B058-1DEBAB57C9D0}">
      <dgm:prSet/>
      <dgm:spPr/>
      <dgm:t>
        <a:bodyPr/>
        <a:lstStyle/>
        <a:p>
          <a:r>
            <a:rPr lang="en-US" b="0" i="0"/>
            <a:t>The result is displayed in the same entry filed. </a:t>
          </a:r>
          <a:endParaRPr lang="en-IN"/>
        </a:p>
      </dgm:t>
    </dgm:pt>
    <dgm:pt modelId="{78555E87-2265-4AF5-A208-19565286D66E}" type="parTrans" cxnId="{13319EFB-7C65-4F89-90AB-F628A0861F4C}">
      <dgm:prSet/>
      <dgm:spPr/>
      <dgm:t>
        <a:bodyPr/>
        <a:lstStyle/>
        <a:p>
          <a:endParaRPr lang="en-IN"/>
        </a:p>
      </dgm:t>
    </dgm:pt>
    <dgm:pt modelId="{7FE115B8-C765-4F5B-BC61-30891865ED55}" type="sibTrans" cxnId="{13319EFB-7C65-4F89-90AB-F628A0861F4C}">
      <dgm:prSet/>
      <dgm:spPr/>
      <dgm:t>
        <a:bodyPr/>
        <a:lstStyle/>
        <a:p>
          <a:endParaRPr lang="en-IN"/>
        </a:p>
      </dgm:t>
    </dgm:pt>
    <dgm:pt modelId="{121839BB-B93A-456C-B1B7-09CE891CCA82}" type="pres">
      <dgm:prSet presAssocID="{36C172D4-7AD1-4A3B-A099-B58304B31C28}" presName="linear" presStyleCnt="0">
        <dgm:presLayoutVars>
          <dgm:animLvl val="lvl"/>
          <dgm:resizeHandles val="exact"/>
        </dgm:presLayoutVars>
      </dgm:prSet>
      <dgm:spPr/>
    </dgm:pt>
    <dgm:pt modelId="{0B3A86EA-DCBC-47CC-B9FC-21912121B88B}" type="pres">
      <dgm:prSet presAssocID="{77606391-C58F-444D-BC5B-132C6F5BC15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14C4F24-8BB3-477C-ACEE-42B7B39CA2DB}" type="pres">
      <dgm:prSet presAssocID="{0B088E65-845D-4524-8AA5-EB9C04AE1B60}" presName="spacer" presStyleCnt="0"/>
      <dgm:spPr/>
    </dgm:pt>
    <dgm:pt modelId="{716AB659-9A00-4BA4-9EBB-9CD8DF1FF82E}" type="pres">
      <dgm:prSet presAssocID="{4AD3A88F-FEC4-466E-8D22-7DE12DDC0E9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D8B8860-0E66-43A0-948E-D8080CCBB567}" type="pres">
      <dgm:prSet presAssocID="{F723F20E-929D-4A71-9E20-AA22A75C6B1B}" presName="spacer" presStyleCnt="0"/>
      <dgm:spPr/>
    </dgm:pt>
    <dgm:pt modelId="{F85E9FF7-4A70-47A6-A41A-0E86B3CB1C1F}" type="pres">
      <dgm:prSet presAssocID="{14EB9ECD-B8AD-4F99-B621-F420CD165C2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4DBA61D-FFA6-4F12-AFF3-976155979801}" type="pres">
      <dgm:prSet presAssocID="{495DEEE6-BA59-47C3-9459-1DB9EE748F83}" presName="spacer" presStyleCnt="0"/>
      <dgm:spPr/>
    </dgm:pt>
    <dgm:pt modelId="{19ED23BE-1EB2-4303-93E4-948DA9E94E16}" type="pres">
      <dgm:prSet presAssocID="{217203F1-2A06-42E8-951D-C0169BB4FBC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E4DC0A8-D42C-4C0C-B53D-794375C055FB}" type="pres">
      <dgm:prSet presAssocID="{09103AC9-9CB9-45DE-9F79-A2E2B2C98430}" presName="spacer" presStyleCnt="0"/>
      <dgm:spPr/>
    </dgm:pt>
    <dgm:pt modelId="{36155B8A-3C2B-4808-9AE6-546F56009CD0}" type="pres">
      <dgm:prSet presAssocID="{F9593E7A-F2D5-4B6E-B058-1DEBAB57C9D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55D8E05-3D90-4394-94A6-62FB42457F50}" type="presOf" srcId="{77606391-C58F-444D-BC5B-132C6F5BC15E}" destId="{0B3A86EA-DCBC-47CC-B9FC-21912121B88B}" srcOrd="0" destOrd="0" presId="urn:microsoft.com/office/officeart/2005/8/layout/vList2"/>
    <dgm:cxn modelId="{95069D13-926B-4A65-8552-E30FDF5CD81C}" type="presOf" srcId="{4AD3A88F-FEC4-466E-8D22-7DE12DDC0E95}" destId="{716AB659-9A00-4BA4-9EBB-9CD8DF1FF82E}" srcOrd="0" destOrd="0" presId="urn:microsoft.com/office/officeart/2005/8/layout/vList2"/>
    <dgm:cxn modelId="{A4846E2B-E838-473A-A4E0-A674DA9F69C4}" type="presOf" srcId="{F9593E7A-F2D5-4B6E-B058-1DEBAB57C9D0}" destId="{36155B8A-3C2B-4808-9AE6-546F56009CD0}" srcOrd="0" destOrd="0" presId="urn:microsoft.com/office/officeart/2005/8/layout/vList2"/>
    <dgm:cxn modelId="{1493D337-76D4-432C-997A-8043455EB2D4}" type="presOf" srcId="{14EB9ECD-B8AD-4F99-B621-F420CD165C27}" destId="{F85E9FF7-4A70-47A6-A41A-0E86B3CB1C1F}" srcOrd="0" destOrd="0" presId="urn:microsoft.com/office/officeart/2005/8/layout/vList2"/>
    <dgm:cxn modelId="{3697AA42-D772-48A6-93C7-2FB594B9901B}" srcId="{36C172D4-7AD1-4A3B-A099-B58304B31C28}" destId="{4AD3A88F-FEC4-466E-8D22-7DE12DDC0E95}" srcOrd="1" destOrd="0" parTransId="{1FE9CEC8-5E0F-467A-BD75-16229AD74A9B}" sibTransId="{F723F20E-929D-4A71-9E20-AA22A75C6B1B}"/>
    <dgm:cxn modelId="{0AD4AC4E-9E3A-43E5-94DA-17D033C5DB11}" type="presOf" srcId="{36C172D4-7AD1-4A3B-A099-B58304B31C28}" destId="{121839BB-B93A-456C-B1B7-09CE891CCA82}" srcOrd="0" destOrd="0" presId="urn:microsoft.com/office/officeart/2005/8/layout/vList2"/>
    <dgm:cxn modelId="{14F51899-B6AC-4809-B836-62469F3DDE1A}" type="presOf" srcId="{217203F1-2A06-42E8-951D-C0169BB4FBCC}" destId="{19ED23BE-1EB2-4303-93E4-948DA9E94E16}" srcOrd="0" destOrd="0" presId="urn:microsoft.com/office/officeart/2005/8/layout/vList2"/>
    <dgm:cxn modelId="{73F876F4-E66C-4DE4-9B21-DFA7E2E92FCA}" srcId="{36C172D4-7AD1-4A3B-A099-B58304B31C28}" destId="{217203F1-2A06-42E8-951D-C0169BB4FBCC}" srcOrd="3" destOrd="0" parTransId="{C2E3E8A6-A667-44FE-9E2A-84A0346D0F43}" sibTransId="{09103AC9-9CB9-45DE-9F79-A2E2B2C98430}"/>
    <dgm:cxn modelId="{DDD37BF8-32DF-4A43-9F0B-7C0E84BD8491}" srcId="{36C172D4-7AD1-4A3B-A099-B58304B31C28}" destId="{77606391-C58F-444D-BC5B-132C6F5BC15E}" srcOrd="0" destOrd="0" parTransId="{37D494C3-D13F-4FEC-AF95-172BF52B4D39}" sibTransId="{0B088E65-845D-4524-8AA5-EB9C04AE1B60}"/>
    <dgm:cxn modelId="{13319EFB-7C65-4F89-90AB-F628A0861F4C}" srcId="{36C172D4-7AD1-4A3B-A099-B58304B31C28}" destId="{F9593E7A-F2D5-4B6E-B058-1DEBAB57C9D0}" srcOrd="4" destOrd="0" parTransId="{78555E87-2265-4AF5-A208-19565286D66E}" sibTransId="{7FE115B8-C765-4F5B-BC61-30891865ED55}"/>
    <dgm:cxn modelId="{9B67EAFE-2820-437D-8766-7658A8582B3C}" srcId="{36C172D4-7AD1-4A3B-A099-B58304B31C28}" destId="{14EB9ECD-B8AD-4F99-B621-F420CD165C27}" srcOrd="2" destOrd="0" parTransId="{BECBDB40-BF8D-4C56-A540-27B358860FB3}" sibTransId="{495DEEE6-BA59-47C3-9459-1DB9EE748F83}"/>
    <dgm:cxn modelId="{25B58673-B991-4BD8-9EAF-FF78219B003F}" type="presParOf" srcId="{121839BB-B93A-456C-B1B7-09CE891CCA82}" destId="{0B3A86EA-DCBC-47CC-B9FC-21912121B88B}" srcOrd="0" destOrd="0" presId="urn:microsoft.com/office/officeart/2005/8/layout/vList2"/>
    <dgm:cxn modelId="{47ED537B-BBF7-4077-832D-2E03F8F2F4F5}" type="presParOf" srcId="{121839BB-B93A-456C-B1B7-09CE891CCA82}" destId="{114C4F24-8BB3-477C-ACEE-42B7B39CA2DB}" srcOrd="1" destOrd="0" presId="urn:microsoft.com/office/officeart/2005/8/layout/vList2"/>
    <dgm:cxn modelId="{9A0113E4-B857-4813-8B9C-21BB66E32548}" type="presParOf" srcId="{121839BB-B93A-456C-B1B7-09CE891CCA82}" destId="{716AB659-9A00-4BA4-9EBB-9CD8DF1FF82E}" srcOrd="2" destOrd="0" presId="urn:microsoft.com/office/officeart/2005/8/layout/vList2"/>
    <dgm:cxn modelId="{90AB1C23-A142-4BF8-8261-895691BCA986}" type="presParOf" srcId="{121839BB-B93A-456C-B1B7-09CE891CCA82}" destId="{BD8B8860-0E66-43A0-948E-D8080CCBB567}" srcOrd="3" destOrd="0" presId="urn:microsoft.com/office/officeart/2005/8/layout/vList2"/>
    <dgm:cxn modelId="{1C1A935B-A970-4270-BB73-25C33AF3620E}" type="presParOf" srcId="{121839BB-B93A-456C-B1B7-09CE891CCA82}" destId="{F85E9FF7-4A70-47A6-A41A-0E86B3CB1C1F}" srcOrd="4" destOrd="0" presId="urn:microsoft.com/office/officeart/2005/8/layout/vList2"/>
    <dgm:cxn modelId="{ED2C5F7F-4BEB-4EDF-9FB3-0BA9E2C48663}" type="presParOf" srcId="{121839BB-B93A-456C-B1B7-09CE891CCA82}" destId="{84DBA61D-FFA6-4F12-AFF3-976155979801}" srcOrd="5" destOrd="0" presId="urn:microsoft.com/office/officeart/2005/8/layout/vList2"/>
    <dgm:cxn modelId="{27A56DF4-4E03-4BC0-9B70-C6BB47F4E450}" type="presParOf" srcId="{121839BB-B93A-456C-B1B7-09CE891CCA82}" destId="{19ED23BE-1EB2-4303-93E4-948DA9E94E16}" srcOrd="6" destOrd="0" presId="urn:microsoft.com/office/officeart/2005/8/layout/vList2"/>
    <dgm:cxn modelId="{894B6F00-F432-453E-89B5-52ACF502A565}" type="presParOf" srcId="{121839BB-B93A-456C-B1B7-09CE891CCA82}" destId="{2E4DC0A8-D42C-4C0C-B53D-794375C055FB}" srcOrd="7" destOrd="0" presId="urn:microsoft.com/office/officeart/2005/8/layout/vList2"/>
    <dgm:cxn modelId="{CB6803B2-C25E-4ADB-BC0D-7459FA01291B}" type="presParOf" srcId="{121839BB-B93A-456C-B1B7-09CE891CCA82}" destId="{36155B8A-3C2B-4808-9AE6-546F56009CD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129C8C-088E-443E-9E0B-E2383F714F2D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137505F-3905-4E5B-975C-1464AE94FE33}">
      <dgm:prSet/>
      <dgm:spPr/>
      <dgm:t>
        <a:bodyPr/>
        <a:lstStyle/>
        <a:p>
          <a:r>
            <a:rPr lang="en-US" b="0" i="0" dirty="0" err="1"/>
            <a:t>Tkinter</a:t>
          </a:r>
          <a:r>
            <a:rPr lang="en-US" b="0" i="0" dirty="0"/>
            <a:t> is used for designing the calculator's interface.</a:t>
          </a:r>
          <a:endParaRPr lang="en-IN" dirty="0"/>
        </a:p>
      </dgm:t>
    </dgm:pt>
    <dgm:pt modelId="{833DDF4C-1928-4951-9502-9B0EB8F8649D}" type="parTrans" cxnId="{2024CBA6-669C-4993-9ABA-4D52BDFBFF2B}">
      <dgm:prSet/>
      <dgm:spPr/>
      <dgm:t>
        <a:bodyPr/>
        <a:lstStyle/>
        <a:p>
          <a:endParaRPr lang="en-IN"/>
        </a:p>
      </dgm:t>
    </dgm:pt>
    <dgm:pt modelId="{F2E3215A-A7DE-4F02-B45B-E770AB0D7561}" type="sibTrans" cxnId="{2024CBA6-669C-4993-9ABA-4D52BDFBFF2B}">
      <dgm:prSet/>
      <dgm:spPr/>
      <dgm:t>
        <a:bodyPr/>
        <a:lstStyle/>
        <a:p>
          <a:endParaRPr lang="en-IN"/>
        </a:p>
      </dgm:t>
    </dgm:pt>
    <dgm:pt modelId="{699162B8-3AF1-43BB-8BDA-41EF6D88867D}">
      <dgm:prSet/>
      <dgm:spPr/>
      <dgm:t>
        <a:bodyPr/>
        <a:lstStyle/>
        <a:p>
          <a:r>
            <a:rPr lang="en-US" b="0" i="0"/>
            <a:t>Components Used:</a:t>
          </a:r>
          <a:endParaRPr lang="en-IN"/>
        </a:p>
      </dgm:t>
    </dgm:pt>
    <dgm:pt modelId="{45A7AB27-2E0A-4D50-AE69-00D700C027D9}" type="parTrans" cxnId="{2C5DA41D-4448-4CD9-994D-82EE523D12F1}">
      <dgm:prSet/>
      <dgm:spPr/>
      <dgm:t>
        <a:bodyPr/>
        <a:lstStyle/>
        <a:p>
          <a:endParaRPr lang="en-IN"/>
        </a:p>
      </dgm:t>
    </dgm:pt>
    <dgm:pt modelId="{77399777-7416-48C9-B31D-3620908FBDCC}" type="sibTrans" cxnId="{2C5DA41D-4448-4CD9-994D-82EE523D12F1}">
      <dgm:prSet/>
      <dgm:spPr/>
      <dgm:t>
        <a:bodyPr/>
        <a:lstStyle/>
        <a:p>
          <a:endParaRPr lang="en-IN"/>
        </a:p>
      </dgm:t>
    </dgm:pt>
    <dgm:pt modelId="{B84A6F3C-569D-4064-8563-E759F36F59AA}">
      <dgm:prSet/>
      <dgm:spPr/>
      <dgm:t>
        <a:bodyPr/>
        <a:lstStyle/>
        <a:p>
          <a:r>
            <a:rPr lang="en-US" b="0" i="0"/>
            <a:t>Tk() – Main Window</a:t>
          </a:r>
          <a:endParaRPr lang="en-IN"/>
        </a:p>
      </dgm:t>
    </dgm:pt>
    <dgm:pt modelId="{10ABE564-8350-4EE1-AB22-6FB19BD8DD09}" type="parTrans" cxnId="{B68AD013-5CAD-4F0A-A7F2-DB4631E2F129}">
      <dgm:prSet/>
      <dgm:spPr/>
      <dgm:t>
        <a:bodyPr/>
        <a:lstStyle/>
        <a:p>
          <a:endParaRPr lang="en-IN"/>
        </a:p>
      </dgm:t>
    </dgm:pt>
    <dgm:pt modelId="{4ECA9EC7-C1CD-4224-996F-3B9506F790ED}" type="sibTrans" cxnId="{B68AD013-5CAD-4F0A-A7F2-DB4631E2F129}">
      <dgm:prSet/>
      <dgm:spPr/>
      <dgm:t>
        <a:bodyPr/>
        <a:lstStyle/>
        <a:p>
          <a:endParaRPr lang="en-IN"/>
        </a:p>
      </dgm:t>
    </dgm:pt>
    <dgm:pt modelId="{1BD0EBC7-F866-458F-8B6B-875E2FAEFD43}">
      <dgm:prSet/>
      <dgm:spPr/>
      <dgm:t>
        <a:bodyPr/>
        <a:lstStyle/>
        <a:p>
          <a:r>
            <a:rPr lang="en-US" b="0" i="0"/>
            <a:t>Entry() – Display Box</a:t>
          </a:r>
          <a:endParaRPr lang="en-IN"/>
        </a:p>
      </dgm:t>
    </dgm:pt>
    <dgm:pt modelId="{F062AF7C-458F-4259-94C1-422D9D2F32F8}" type="parTrans" cxnId="{73E2A503-5BBE-4637-8E47-73D981FBADA9}">
      <dgm:prSet/>
      <dgm:spPr/>
      <dgm:t>
        <a:bodyPr/>
        <a:lstStyle/>
        <a:p>
          <a:endParaRPr lang="en-IN"/>
        </a:p>
      </dgm:t>
    </dgm:pt>
    <dgm:pt modelId="{3FCB793E-AA4A-4C84-A4B9-F873FDA45BB2}" type="sibTrans" cxnId="{73E2A503-5BBE-4637-8E47-73D981FBADA9}">
      <dgm:prSet/>
      <dgm:spPr/>
      <dgm:t>
        <a:bodyPr/>
        <a:lstStyle/>
        <a:p>
          <a:endParaRPr lang="en-IN"/>
        </a:p>
      </dgm:t>
    </dgm:pt>
    <dgm:pt modelId="{7743E94F-1B7A-47E9-BD0E-9CA5A646A870}">
      <dgm:prSet/>
      <dgm:spPr/>
      <dgm:t>
        <a:bodyPr/>
        <a:lstStyle/>
        <a:p>
          <a:r>
            <a:rPr lang="en-US" b="0" i="0"/>
            <a:t>Button() – All Calculator keys</a:t>
          </a:r>
          <a:endParaRPr lang="en-IN"/>
        </a:p>
      </dgm:t>
    </dgm:pt>
    <dgm:pt modelId="{1FEB9371-695D-4834-BBE7-C6AF12B0D26C}" type="parTrans" cxnId="{0779D82B-C170-47C1-B373-34264295A1A7}">
      <dgm:prSet/>
      <dgm:spPr/>
      <dgm:t>
        <a:bodyPr/>
        <a:lstStyle/>
        <a:p>
          <a:endParaRPr lang="en-IN"/>
        </a:p>
      </dgm:t>
    </dgm:pt>
    <dgm:pt modelId="{5F6A7495-8BBE-472A-A756-C5CDBA0680A7}" type="sibTrans" cxnId="{0779D82B-C170-47C1-B373-34264295A1A7}">
      <dgm:prSet/>
      <dgm:spPr/>
      <dgm:t>
        <a:bodyPr/>
        <a:lstStyle/>
        <a:p>
          <a:endParaRPr lang="en-IN"/>
        </a:p>
      </dgm:t>
    </dgm:pt>
    <dgm:pt modelId="{F647D133-1ACC-45F9-BD41-FE87B4A07ADC}">
      <dgm:prSet/>
      <dgm:spPr/>
      <dgm:t>
        <a:bodyPr/>
        <a:lstStyle/>
        <a:p>
          <a:r>
            <a:rPr lang="en-US" b="0" i="0"/>
            <a:t>Frame() – Button Layout</a:t>
          </a:r>
          <a:endParaRPr lang="en-IN"/>
        </a:p>
      </dgm:t>
    </dgm:pt>
    <dgm:pt modelId="{30FDCF0B-D325-4832-BB97-4E7206010FBE}" type="parTrans" cxnId="{CA939BA6-A892-4B49-B94B-87D4E04AADAC}">
      <dgm:prSet/>
      <dgm:spPr/>
      <dgm:t>
        <a:bodyPr/>
        <a:lstStyle/>
        <a:p>
          <a:endParaRPr lang="en-IN"/>
        </a:p>
      </dgm:t>
    </dgm:pt>
    <dgm:pt modelId="{6D893FE9-5AE5-4EE1-ADCB-F46E01B76E67}" type="sibTrans" cxnId="{CA939BA6-A892-4B49-B94B-87D4E04AADAC}">
      <dgm:prSet/>
      <dgm:spPr/>
      <dgm:t>
        <a:bodyPr/>
        <a:lstStyle/>
        <a:p>
          <a:endParaRPr lang="en-IN"/>
        </a:p>
      </dgm:t>
    </dgm:pt>
    <dgm:pt modelId="{CC13F99E-A88E-42DD-BD31-D41093474470}">
      <dgm:prSet/>
      <dgm:spPr/>
      <dgm:t>
        <a:bodyPr/>
        <a:lstStyle/>
        <a:p>
          <a:r>
            <a:rPr lang="en-US" b="0" i="0" dirty="0"/>
            <a:t>Button are arranged in a grid layout for clear structure.</a:t>
          </a:r>
          <a:endParaRPr lang="en-IN" dirty="0"/>
        </a:p>
      </dgm:t>
    </dgm:pt>
    <dgm:pt modelId="{D9E1D805-DD66-4522-8AEF-CA2A7A8DBEC3}" type="parTrans" cxnId="{ED48E5F3-316D-4481-B762-BD1CA386BC45}">
      <dgm:prSet/>
      <dgm:spPr/>
      <dgm:t>
        <a:bodyPr/>
        <a:lstStyle/>
        <a:p>
          <a:endParaRPr lang="en-IN"/>
        </a:p>
      </dgm:t>
    </dgm:pt>
    <dgm:pt modelId="{A694E1BF-4036-48B9-ADC3-2DD8D3EC1560}" type="sibTrans" cxnId="{ED48E5F3-316D-4481-B762-BD1CA386BC45}">
      <dgm:prSet/>
      <dgm:spPr/>
      <dgm:t>
        <a:bodyPr/>
        <a:lstStyle/>
        <a:p>
          <a:endParaRPr lang="en-IN"/>
        </a:p>
      </dgm:t>
    </dgm:pt>
    <dgm:pt modelId="{CD1C834B-E663-414B-94CD-ADEF8A74009E}">
      <dgm:prSet/>
      <dgm:spPr/>
      <dgm:t>
        <a:bodyPr/>
        <a:lstStyle/>
        <a:p>
          <a:r>
            <a:rPr lang="en-US" b="0" i="0" dirty="0"/>
            <a:t>Each button triggers a function using command() parameter.</a:t>
          </a:r>
          <a:endParaRPr lang="en-IN" dirty="0"/>
        </a:p>
      </dgm:t>
    </dgm:pt>
    <dgm:pt modelId="{6E8546FB-10B4-4A9B-8D46-00B39D52364E}" type="parTrans" cxnId="{CCB97D40-3489-4B79-8EAB-4DFA21B4E025}">
      <dgm:prSet/>
      <dgm:spPr/>
      <dgm:t>
        <a:bodyPr/>
        <a:lstStyle/>
        <a:p>
          <a:endParaRPr lang="en-IN"/>
        </a:p>
      </dgm:t>
    </dgm:pt>
    <dgm:pt modelId="{63A63A99-A399-4C56-946B-712171DA2E90}" type="sibTrans" cxnId="{CCB97D40-3489-4B79-8EAB-4DFA21B4E025}">
      <dgm:prSet/>
      <dgm:spPr/>
      <dgm:t>
        <a:bodyPr/>
        <a:lstStyle/>
        <a:p>
          <a:endParaRPr lang="en-IN"/>
        </a:p>
      </dgm:t>
    </dgm:pt>
    <dgm:pt modelId="{CDE622E7-D9BE-477E-AF6C-8F293681361E}" type="pres">
      <dgm:prSet presAssocID="{6E129C8C-088E-443E-9E0B-E2383F714F2D}" presName="linear" presStyleCnt="0">
        <dgm:presLayoutVars>
          <dgm:animLvl val="lvl"/>
          <dgm:resizeHandles val="exact"/>
        </dgm:presLayoutVars>
      </dgm:prSet>
      <dgm:spPr/>
    </dgm:pt>
    <dgm:pt modelId="{8CBF5E4F-8C2C-45E0-969E-1878CAE8ACFF}" type="pres">
      <dgm:prSet presAssocID="{3137505F-3905-4E5B-975C-1464AE94FE3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1811749-5804-4696-BBC3-5B38277B6711}" type="pres">
      <dgm:prSet presAssocID="{F2E3215A-A7DE-4F02-B45B-E770AB0D7561}" presName="spacer" presStyleCnt="0"/>
      <dgm:spPr/>
    </dgm:pt>
    <dgm:pt modelId="{FCD87B8C-C48B-4996-B06B-B54AB0840635}" type="pres">
      <dgm:prSet presAssocID="{699162B8-3AF1-43BB-8BDA-41EF6D88867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D4848A6-92A8-4398-9F60-10F24844D2FD}" type="pres">
      <dgm:prSet presAssocID="{699162B8-3AF1-43BB-8BDA-41EF6D88867D}" presName="childText" presStyleLbl="revTx" presStyleIdx="0" presStyleCnt="1">
        <dgm:presLayoutVars>
          <dgm:bulletEnabled val="1"/>
        </dgm:presLayoutVars>
      </dgm:prSet>
      <dgm:spPr/>
    </dgm:pt>
    <dgm:pt modelId="{9F4BE0E2-9CDC-4338-BCAC-8F3048A6C7FD}" type="pres">
      <dgm:prSet presAssocID="{CC13F99E-A88E-42DD-BD31-D410934744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7E6D66-425A-4414-9336-355F82FBA97C}" type="pres">
      <dgm:prSet presAssocID="{A694E1BF-4036-48B9-ADC3-2DD8D3EC1560}" presName="spacer" presStyleCnt="0"/>
      <dgm:spPr/>
    </dgm:pt>
    <dgm:pt modelId="{40EEC763-D73D-4EFE-AE5B-3499D647D75C}" type="pres">
      <dgm:prSet presAssocID="{CD1C834B-E663-414B-94CD-ADEF8A7400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3E2A503-5BBE-4637-8E47-73D981FBADA9}" srcId="{699162B8-3AF1-43BB-8BDA-41EF6D88867D}" destId="{1BD0EBC7-F866-458F-8B6B-875E2FAEFD43}" srcOrd="1" destOrd="0" parTransId="{F062AF7C-458F-4259-94C1-422D9D2F32F8}" sibTransId="{3FCB793E-AA4A-4C84-A4B9-F873FDA45BB2}"/>
    <dgm:cxn modelId="{B68AD013-5CAD-4F0A-A7F2-DB4631E2F129}" srcId="{699162B8-3AF1-43BB-8BDA-41EF6D88867D}" destId="{B84A6F3C-569D-4064-8563-E759F36F59AA}" srcOrd="0" destOrd="0" parTransId="{10ABE564-8350-4EE1-AB22-6FB19BD8DD09}" sibTransId="{4ECA9EC7-C1CD-4224-996F-3B9506F790ED}"/>
    <dgm:cxn modelId="{2C5DA41D-4448-4CD9-994D-82EE523D12F1}" srcId="{6E129C8C-088E-443E-9E0B-E2383F714F2D}" destId="{699162B8-3AF1-43BB-8BDA-41EF6D88867D}" srcOrd="1" destOrd="0" parTransId="{45A7AB27-2E0A-4D50-AE69-00D700C027D9}" sibTransId="{77399777-7416-48C9-B31D-3620908FBDCC}"/>
    <dgm:cxn modelId="{0EDF1223-B525-4A78-84E7-FE68F549E634}" type="presOf" srcId="{699162B8-3AF1-43BB-8BDA-41EF6D88867D}" destId="{FCD87B8C-C48B-4996-B06B-B54AB0840635}" srcOrd="0" destOrd="0" presId="urn:microsoft.com/office/officeart/2005/8/layout/vList2"/>
    <dgm:cxn modelId="{0779D82B-C170-47C1-B373-34264295A1A7}" srcId="{699162B8-3AF1-43BB-8BDA-41EF6D88867D}" destId="{7743E94F-1B7A-47E9-BD0E-9CA5A646A870}" srcOrd="2" destOrd="0" parTransId="{1FEB9371-695D-4834-BBE7-C6AF12B0D26C}" sibTransId="{5F6A7495-8BBE-472A-A756-C5CDBA0680A7}"/>
    <dgm:cxn modelId="{945D972C-2C46-4B85-8280-A81A9A0E39FE}" type="presOf" srcId="{3137505F-3905-4E5B-975C-1464AE94FE33}" destId="{8CBF5E4F-8C2C-45E0-969E-1878CAE8ACFF}" srcOrd="0" destOrd="0" presId="urn:microsoft.com/office/officeart/2005/8/layout/vList2"/>
    <dgm:cxn modelId="{CCB97D40-3489-4B79-8EAB-4DFA21B4E025}" srcId="{6E129C8C-088E-443E-9E0B-E2383F714F2D}" destId="{CD1C834B-E663-414B-94CD-ADEF8A74009E}" srcOrd="3" destOrd="0" parTransId="{6E8546FB-10B4-4A9B-8D46-00B39D52364E}" sibTransId="{63A63A99-A399-4C56-946B-712171DA2E90}"/>
    <dgm:cxn modelId="{CDD94760-F61D-466E-A523-D8D67F6AD76C}" type="presOf" srcId="{6E129C8C-088E-443E-9E0B-E2383F714F2D}" destId="{CDE622E7-D9BE-477E-AF6C-8F293681361E}" srcOrd="0" destOrd="0" presId="urn:microsoft.com/office/officeart/2005/8/layout/vList2"/>
    <dgm:cxn modelId="{BFD46E4F-0FCF-4535-B0C3-ECBC66FB616D}" type="presOf" srcId="{F647D133-1ACC-45F9-BD41-FE87B4A07ADC}" destId="{7D4848A6-92A8-4398-9F60-10F24844D2FD}" srcOrd="0" destOrd="3" presId="urn:microsoft.com/office/officeart/2005/8/layout/vList2"/>
    <dgm:cxn modelId="{33B1A152-5728-4171-A973-AB27BCAF8D46}" type="presOf" srcId="{1BD0EBC7-F866-458F-8B6B-875E2FAEFD43}" destId="{7D4848A6-92A8-4398-9F60-10F24844D2FD}" srcOrd="0" destOrd="1" presId="urn:microsoft.com/office/officeart/2005/8/layout/vList2"/>
    <dgm:cxn modelId="{AC7A1B83-9738-4631-8B74-769C87E6342A}" type="presOf" srcId="{7743E94F-1B7A-47E9-BD0E-9CA5A646A870}" destId="{7D4848A6-92A8-4398-9F60-10F24844D2FD}" srcOrd="0" destOrd="2" presId="urn:microsoft.com/office/officeart/2005/8/layout/vList2"/>
    <dgm:cxn modelId="{49D34489-8912-4FB1-9A0F-52B89E9E7E93}" type="presOf" srcId="{CC13F99E-A88E-42DD-BD31-D41093474470}" destId="{9F4BE0E2-9CDC-4338-BCAC-8F3048A6C7FD}" srcOrd="0" destOrd="0" presId="urn:microsoft.com/office/officeart/2005/8/layout/vList2"/>
    <dgm:cxn modelId="{CA939BA6-A892-4B49-B94B-87D4E04AADAC}" srcId="{699162B8-3AF1-43BB-8BDA-41EF6D88867D}" destId="{F647D133-1ACC-45F9-BD41-FE87B4A07ADC}" srcOrd="3" destOrd="0" parTransId="{30FDCF0B-D325-4832-BB97-4E7206010FBE}" sibTransId="{6D893FE9-5AE5-4EE1-ADCB-F46E01B76E67}"/>
    <dgm:cxn modelId="{2024CBA6-669C-4993-9ABA-4D52BDFBFF2B}" srcId="{6E129C8C-088E-443E-9E0B-E2383F714F2D}" destId="{3137505F-3905-4E5B-975C-1464AE94FE33}" srcOrd="0" destOrd="0" parTransId="{833DDF4C-1928-4951-9502-9B0EB8F8649D}" sibTransId="{F2E3215A-A7DE-4F02-B45B-E770AB0D7561}"/>
    <dgm:cxn modelId="{FEAB5EA9-684E-40E7-90D9-7002B2561E8F}" type="presOf" srcId="{CD1C834B-E663-414B-94CD-ADEF8A74009E}" destId="{40EEC763-D73D-4EFE-AE5B-3499D647D75C}" srcOrd="0" destOrd="0" presId="urn:microsoft.com/office/officeart/2005/8/layout/vList2"/>
    <dgm:cxn modelId="{252A89BF-37FB-47CD-AF5A-70A927A56021}" type="presOf" srcId="{B84A6F3C-569D-4064-8563-E759F36F59AA}" destId="{7D4848A6-92A8-4398-9F60-10F24844D2FD}" srcOrd="0" destOrd="0" presId="urn:microsoft.com/office/officeart/2005/8/layout/vList2"/>
    <dgm:cxn modelId="{ED48E5F3-316D-4481-B762-BD1CA386BC45}" srcId="{6E129C8C-088E-443E-9E0B-E2383F714F2D}" destId="{CC13F99E-A88E-42DD-BD31-D41093474470}" srcOrd="2" destOrd="0" parTransId="{D9E1D805-DD66-4522-8AEF-CA2A7A8DBEC3}" sibTransId="{A694E1BF-4036-48B9-ADC3-2DD8D3EC1560}"/>
    <dgm:cxn modelId="{2BF0402D-1FB8-42A7-B694-118C0B840E8E}" type="presParOf" srcId="{CDE622E7-D9BE-477E-AF6C-8F293681361E}" destId="{8CBF5E4F-8C2C-45E0-969E-1878CAE8ACFF}" srcOrd="0" destOrd="0" presId="urn:microsoft.com/office/officeart/2005/8/layout/vList2"/>
    <dgm:cxn modelId="{4A78F805-7CC5-4293-A9BD-7914933A14C8}" type="presParOf" srcId="{CDE622E7-D9BE-477E-AF6C-8F293681361E}" destId="{91811749-5804-4696-BBC3-5B38277B6711}" srcOrd="1" destOrd="0" presId="urn:microsoft.com/office/officeart/2005/8/layout/vList2"/>
    <dgm:cxn modelId="{0C120B55-683C-47F7-8CA1-302FAF4572DC}" type="presParOf" srcId="{CDE622E7-D9BE-477E-AF6C-8F293681361E}" destId="{FCD87B8C-C48B-4996-B06B-B54AB0840635}" srcOrd="2" destOrd="0" presId="urn:microsoft.com/office/officeart/2005/8/layout/vList2"/>
    <dgm:cxn modelId="{DD794106-D22F-4F42-88C6-268977301BEA}" type="presParOf" srcId="{CDE622E7-D9BE-477E-AF6C-8F293681361E}" destId="{7D4848A6-92A8-4398-9F60-10F24844D2FD}" srcOrd="3" destOrd="0" presId="urn:microsoft.com/office/officeart/2005/8/layout/vList2"/>
    <dgm:cxn modelId="{28E5E890-190A-46B1-95C3-EA0730E5AFE1}" type="presParOf" srcId="{CDE622E7-D9BE-477E-AF6C-8F293681361E}" destId="{9F4BE0E2-9CDC-4338-BCAC-8F3048A6C7FD}" srcOrd="4" destOrd="0" presId="urn:microsoft.com/office/officeart/2005/8/layout/vList2"/>
    <dgm:cxn modelId="{AC414B18-6428-417D-AA6B-E57E35D3C476}" type="presParOf" srcId="{CDE622E7-D9BE-477E-AF6C-8F293681361E}" destId="{B27E6D66-425A-4414-9336-355F82FBA97C}" srcOrd="5" destOrd="0" presId="urn:microsoft.com/office/officeart/2005/8/layout/vList2"/>
    <dgm:cxn modelId="{25D6419A-CD68-46AC-A011-043BAC940439}" type="presParOf" srcId="{CDE622E7-D9BE-477E-AF6C-8F293681361E}" destId="{40EEC763-D73D-4EFE-AE5B-3499D647D7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342386-CA02-4B6A-B111-27863B73C36A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6C03204-EA4F-45F0-9605-C6AFAFCBF66D}">
      <dgm:prSet/>
      <dgm:spPr/>
      <dgm:t>
        <a:bodyPr/>
        <a:lstStyle/>
        <a:p>
          <a:r>
            <a:rPr lang="en-US" b="0" i="0"/>
            <a:t>This project demonstrates how Python can be used to build real time GUI applications.</a:t>
          </a:r>
          <a:endParaRPr lang="en-IN"/>
        </a:p>
      </dgm:t>
    </dgm:pt>
    <dgm:pt modelId="{BA872A91-F2A7-4A6B-8870-C90D52653777}" type="parTrans" cxnId="{5CE24817-AB9A-4EFC-BBED-D555E336E124}">
      <dgm:prSet/>
      <dgm:spPr/>
      <dgm:t>
        <a:bodyPr/>
        <a:lstStyle/>
        <a:p>
          <a:endParaRPr lang="en-IN"/>
        </a:p>
      </dgm:t>
    </dgm:pt>
    <dgm:pt modelId="{65A23552-C2C2-48F5-B6F4-55BB23F06628}" type="sibTrans" cxnId="{5CE24817-AB9A-4EFC-BBED-D555E336E124}">
      <dgm:prSet/>
      <dgm:spPr/>
      <dgm:t>
        <a:bodyPr/>
        <a:lstStyle/>
        <a:p>
          <a:endParaRPr lang="en-IN"/>
        </a:p>
      </dgm:t>
    </dgm:pt>
    <dgm:pt modelId="{5D0E87E9-A0D2-4C5E-885B-06E3F7277759}">
      <dgm:prSet/>
      <dgm:spPr/>
      <dgm:t>
        <a:bodyPr/>
        <a:lstStyle/>
        <a:p>
          <a:r>
            <a:rPr lang="en-US" b="0" i="0"/>
            <a:t>The Calculator efficienly performs both Basic and Scientific operations.</a:t>
          </a:r>
          <a:endParaRPr lang="en-IN"/>
        </a:p>
      </dgm:t>
    </dgm:pt>
    <dgm:pt modelId="{52D50E2F-6C5C-466C-8200-8C9C8EC0F9BA}" type="parTrans" cxnId="{E630780D-A56D-40F1-AA92-905245A6E2C6}">
      <dgm:prSet/>
      <dgm:spPr/>
      <dgm:t>
        <a:bodyPr/>
        <a:lstStyle/>
        <a:p>
          <a:endParaRPr lang="en-IN"/>
        </a:p>
      </dgm:t>
    </dgm:pt>
    <dgm:pt modelId="{1FE7DD9D-21CA-4B46-AF3F-333748D98B97}" type="sibTrans" cxnId="{E630780D-A56D-40F1-AA92-905245A6E2C6}">
      <dgm:prSet/>
      <dgm:spPr/>
      <dgm:t>
        <a:bodyPr/>
        <a:lstStyle/>
        <a:p>
          <a:endParaRPr lang="en-IN"/>
        </a:p>
      </dgm:t>
    </dgm:pt>
    <dgm:pt modelId="{F7945ACE-C77E-4A91-8400-FA258134F16F}">
      <dgm:prSet/>
      <dgm:spPr/>
      <dgm:t>
        <a:bodyPr/>
        <a:lstStyle/>
        <a:p>
          <a:r>
            <a:rPr lang="en-US" b="0" i="0"/>
            <a:t>By this I learned about </a:t>
          </a:r>
          <a:endParaRPr lang="en-IN"/>
        </a:p>
      </dgm:t>
    </dgm:pt>
    <dgm:pt modelId="{E34D5BAB-0FCD-4926-8EA0-3324B462DCA9}" type="parTrans" cxnId="{BEFA3D7A-405B-45ED-AD2E-8F1065F0DAC9}">
      <dgm:prSet/>
      <dgm:spPr/>
      <dgm:t>
        <a:bodyPr/>
        <a:lstStyle/>
        <a:p>
          <a:endParaRPr lang="en-IN"/>
        </a:p>
      </dgm:t>
    </dgm:pt>
    <dgm:pt modelId="{F8392A48-7831-4DE2-A7F1-48E41F439E1A}" type="sibTrans" cxnId="{BEFA3D7A-405B-45ED-AD2E-8F1065F0DAC9}">
      <dgm:prSet/>
      <dgm:spPr/>
      <dgm:t>
        <a:bodyPr/>
        <a:lstStyle/>
        <a:p>
          <a:endParaRPr lang="en-IN"/>
        </a:p>
      </dgm:t>
    </dgm:pt>
    <dgm:pt modelId="{E5F8857D-7528-4255-ACE5-9BA392DB81D5}">
      <dgm:prSet/>
      <dgm:spPr/>
      <dgm:t>
        <a:bodyPr/>
        <a:lstStyle/>
        <a:p>
          <a:r>
            <a:rPr lang="en-US" b="0" i="0" dirty="0" err="1"/>
            <a:t>Tkinter</a:t>
          </a:r>
          <a:r>
            <a:rPr lang="en-US" b="0" i="0" dirty="0"/>
            <a:t> GUI</a:t>
          </a:r>
          <a:endParaRPr lang="en-IN" dirty="0"/>
        </a:p>
      </dgm:t>
    </dgm:pt>
    <dgm:pt modelId="{4639B2BC-26DA-4E60-8B2F-3DC154412699}" type="parTrans" cxnId="{EDC6F0F9-F765-4CCA-BBBC-9E6F27B91ABB}">
      <dgm:prSet/>
      <dgm:spPr/>
      <dgm:t>
        <a:bodyPr/>
        <a:lstStyle/>
        <a:p>
          <a:endParaRPr lang="en-IN"/>
        </a:p>
      </dgm:t>
    </dgm:pt>
    <dgm:pt modelId="{1ED0EA73-B386-4037-AEC7-697B60D35502}" type="sibTrans" cxnId="{EDC6F0F9-F765-4CCA-BBBC-9E6F27B91ABB}">
      <dgm:prSet/>
      <dgm:spPr/>
      <dgm:t>
        <a:bodyPr/>
        <a:lstStyle/>
        <a:p>
          <a:endParaRPr lang="en-IN"/>
        </a:p>
      </dgm:t>
    </dgm:pt>
    <dgm:pt modelId="{4874B132-FA9A-4204-920A-AA2A7D5E32E7}">
      <dgm:prSet/>
      <dgm:spPr/>
      <dgm:t>
        <a:bodyPr/>
        <a:lstStyle/>
        <a:p>
          <a:r>
            <a:rPr lang="en-US" b="0" i="0"/>
            <a:t>Function Handling</a:t>
          </a:r>
          <a:endParaRPr lang="en-IN"/>
        </a:p>
      </dgm:t>
    </dgm:pt>
    <dgm:pt modelId="{0E17F890-EA18-44E5-8D05-2245D78BEF2A}" type="parTrans" cxnId="{B9DD1C8F-B119-4DA5-A384-A14739A18FBC}">
      <dgm:prSet/>
      <dgm:spPr/>
      <dgm:t>
        <a:bodyPr/>
        <a:lstStyle/>
        <a:p>
          <a:endParaRPr lang="en-IN"/>
        </a:p>
      </dgm:t>
    </dgm:pt>
    <dgm:pt modelId="{2BF1848C-C27C-4EAE-BEEF-09D1E4B2A328}" type="sibTrans" cxnId="{B9DD1C8F-B119-4DA5-A384-A14739A18FBC}">
      <dgm:prSet/>
      <dgm:spPr/>
      <dgm:t>
        <a:bodyPr/>
        <a:lstStyle/>
        <a:p>
          <a:endParaRPr lang="en-IN"/>
        </a:p>
      </dgm:t>
    </dgm:pt>
    <dgm:pt modelId="{F0C459C1-7DEA-481F-B930-CE3D65221681}">
      <dgm:prSet/>
      <dgm:spPr/>
      <dgm:t>
        <a:bodyPr/>
        <a:lstStyle/>
        <a:p>
          <a:r>
            <a:rPr lang="en-US" b="0" i="0"/>
            <a:t>Math module usage</a:t>
          </a:r>
          <a:endParaRPr lang="en-IN"/>
        </a:p>
      </dgm:t>
    </dgm:pt>
    <dgm:pt modelId="{2038D387-FAF4-44CC-8DC0-EBB44F48104F}" type="parTrans" cxnId="{2B667624-A1EB-40A6-80B3-8EB7A4007983}">
      <dgm:prSet/>
      <dgm:spPr/>
      <dgm:t>
        <a:bodyPr/>
        <a:lstStyle/>
        <a:p>
          <a:endParaRPr lang="en-IN"/>
        </a:p>
      </dgm:t>
    </dgm:pt>
    <dgm:pt modelId="{807A406B-706F-4413-A883-8D0348538308}" type="sibTrans" cxnId="{2B667624-A1EB-40A6-80B3-8EB7A4007983}">
      <dgm:prSet/>
      <dgm:spPr/>
      <dgm:t>
        <a:bodyPr/>
        <a:lstStyle/>
        <a:p>
          <a:endParaRPr lang="en-IN"/>
        </a:p>
      </dgm:t>
    </dgm:pt>
    <dgm:pt modelId="{090924C2-392E-4C81-AA7E-F9A60518C33D}">
      <dgm:prSet/>
      <dgm:spPr/>
      <dgm:t>
        <a:bodyPr/>
        <a:lstStyle/>
        <a:p>
          <a:r>
            <a:rPr lang="en-US" b="0" i="0"/>
            <a:t>Event driven programming</a:t>
          </a:r>
          <a:endParaRPr lang="en-IN"/>
        </a:p>
      </dgm:t>
    </dgm:pt>
    <dgm:pt modelId="{15B5E771-0BBC-4646-AE62-3D49E9ADAB59}" type="parTrans" cxnId="{88BBCCF6-9642-40E1-BB2E-11912E858A2D}">
      <dgm:prSet/>
      <dgm:spPr/>
      <dgm:t>
        <a:bodyPr/>
        <a:lstStyle/>
        <a:p>
          <a:endParaRPr lang="en-IN"/>
        </a:p>
      </dgm:t>
    </dgm:pt>
    <dgm:pt modelId="{2C2F4340-DC0B-4492-AEFC-1DECDD94A17B}" type="sibTrans" cxnId="{88BBCCF6-9642-40E1-BB2E-11912E858A2D}">
      <dgm:prSet/>
      <dgm:spPr/>
      <dgm:t>
        <a:bodyPr/>
        <a:lstStyle/>
        <a:p>
          <a:endParaRPr lang="en-IN"/>
        </a:p>
      </dgm:t>
    </dgm:pt>
    <dgm:pt modelId="{DD402431-3A26-4081-B776-1A724F04CE95}" type="pres">
      <dgm:prSet presAssocID="{E5342386-CA02-4B6A-B111-27863B73C36A}" presName="linear" presStyleCnt="0">
        <dgm:presLayoutVars>
          <dgm:animLvl val="lvl"/>
          <dgm:resizeHandles val="exact"/>
        </dgm:presLayoutVars>
      </dgm:prSet>
      <dgm:spPr/>
    </dgm:pt>
    <dgm:pt modelId="{19F1FE9A-280F-4661-A30A-FA8B27CE3954}" type="pres">
      <dgm:prSet presAssocID="{66C03204-EA4F-45F0-9605-C6AFAFCBF66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ACCBA46-6C2E-4F65-9703-45E5C5B7AD5C}" type="pres">
      <dgm:prSet presAssocID="{65A23552-C2C2-48F5-B6F4-55BB23F06628}" presName="spacer" presStyleCnt="0"/>
      <dgm:spPr/>
    </dgm:pt>
    <dgm:pt modelId="{4DF31B57-31F3-4627-93AE-8B601FA60993}" type="pres">
      <dgm:prSet presAssocID="{5D0E87E9-A0D2-4C5E-885B-06E3F72777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C181E1-D635-4655-B3D2-4BA220358B6B}" type="pres">
      <dgm:prSet presAssocID="{1FE7DD9D-21CA-4B46-AF3F-333748D98B97}" presName="spacer" presStyleCnt="0"/>
      <dgm:spPr/>
    </dgm:pt>
    <dgm:pt modelId="{5884A826-F440-42A1-A125-1802DDB7C998}" type="pres">
      <dgm:prSet presAssocID="{F7945ACE-C77E-4A91-8400-FA258134F16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82BA7B9-9692-4D97-BB6D-0A55278DA480}" type="pres">
      <dgm:prSet presAssocID="{F7945ACE-C77E-4A91-8400-FA258134F16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630780D-A56D-40F1-AA92-905245A6E2C6}" srcId="{E5342386-CA02-4B6A-B111-27863B73C36A}" destId="{5D0E87E9-A0D2-4C5E-885B-06E3F7277759}" srcOrd="1" destOrd="0" parTransId="{52D50E2F-6C5C-466C-8200-8C9C8EC0F9BA}" sibTransId="{1FE7DD9D-21CA-4B46-AF3F-333748D98B97}"/>
    <dgm:cxn modelId="{5CE24817-AB9A-4EFC-BBED-D555E336E124}" srcId="{E5342386-CA02-4B6A-B111-27863B73C36A}" destId="{66C03204-EA4F-45F0-9605-C6AFAFCBF66D}" srcOrd="0" destOrd="0" parTransId="{BA872A91-F2A7-4A6B-8870-C90D52653777}" sibTransId="{65A23552-C2C2-48F5-B6F4-55BB23F06628}"/>
    <dgm:cxn modelId="{2B667624-A1EB-40A6-80B3-8EB7A4007983}" srcId="{F7945ACE-C77E-4A91-8400-FA258134F16F}" destId="{F0C459C1-7DEA-481F-B930-CE3D65221681}" srcOrd="2" destOrd="0" parTransId="{2038D387-FAF4-44CC-8DC0-EBB44F48104F}" sibTransId="{807A406B-706F-4413-A883-8D0348538308}"/>
    <dgm:cxn modelId="{E2C9B724-5B7A-441A-ABBA-D658CC2F42B0}" type="presOf" srcId="{5D0E87E9-A0D2-4C5E-885B-06E3F7277759}" destId="{4DF31B57-31F3-4627-93AE-8B601FA60993}" srcOrd="0" destOrd="0" presId="urn:microsoft.com/office/officeart/2005/8/layout/vList2"/>
    <dgm:cxn modelId="{4132335F-6228-4C4C-89B0-F2083B0282C6}" type="presOf" srcId="{4874B132-FA9A-4204-920A-AA2A7D5E32E7}" destId="{A82BA7B9-9692-4D97-BB6D-0A55278DA480}" srcOrd="0" destOrd="1" presId="urn:microsoft.com/office/officeart/2005/8/layout/vList2"/>
    <dgm:cxn modelId="{1E28886C-2B1D-4094-B21A-7BF01D31D942}" type="presOf" srcId="{E5342386-CA02-4B6A-B111-27863B73C36A}" destId="{DD402431-3A26-4081-B776-1A724F04CE95}" srcOrd="0" destOrd="0" presId="urn:microsoft.com/office/officeart/2005/8/layout/vList2"/>
    <dgm:cxn modelId="{31199470-A341-426A-840B-B43CFE0628C5}" type="presOf" srcId="{F7945ACE-C77E-4A91-8400-FA258134F16F}" destId="{5884A826-F440-42A1-A125-1802DDB7C998}" srcOrd="0" destOrd="0" presId="urn:microsoft.com/office/officeart/2005/8/layout/vList2"/>
    <dgm:cxn modelId="{BEFA3D7A-405B-45ED-AD2E-8F1065F0DAC9}" srcId="{E5342386-CA02-4B6A-B111-27863B73C36A}" destId="{F7945ACE-C77E-4A91-8400-FA258134F16F}" srcOrd="2" destOrd="0" parTransId="{E34D5BAB-0FCD-4926-8EA0-3324B462DCA9}" sibTransId="{F8392A48-7831-4DE2-A7F1-48E41F439E1A}"/>
    <dgm:cxn modelId="{B9DD1C8F-B119-4DA5-A384-A14739A18FBC}" srcId="{F7945ACE-C77E-4A91-8400-FA258134F16F}" destId="{4874B132-FA9A-4204-920A-AA2A7D5E32E7}" srcOrd="1" destOrd="0" parTransId="{0E17F890-EA18-44E5-8D05-2245D78BEF2A}" sibTransId="{2BF1848C-C27C-4EAE-BEEF-09D1E4B2A328}"/>
    <dgm:cxn modelId="{B59D0391-6035-4785-A104-D09CA65C867B}" type="presOf" srcId="{E5F8857D-7528-4255-ACE5-9BA392DB81D5}" destId="{A82BA7B9-9692-4D97-BB6D-0A55278DA480}" srcOrd="0" destOrd="0" presId="urn:microsoft.com/office/officeart/2005/8/layout/vList2"/>
    <dgm:cxn modelId="{F89210A1-C91C-44B8-8D4E-94B205413596}" type="presOf" srcId="{F0C459C1-7DEA-481F-B930-CE3D65221681}" destId="{A82BA7B9-9692-4D97-BB6D-0A55278DA480}" srcOrd="0" destOrd="2" presId="urn:microsoft.com/office/officeart/2005/8/layout/vList2"/>
    <dgm:cxn modelId="{3D5427B8-66AE-4FA0-9046-5F5290DFA44B}" type="presOf" srcId="{090924C2-392E-4C81-AA7E-F9A60518C33D}" destId="{A82BA7B9-9692-4D97-BB6D-0A55278DA480}" srcOrd="0" destOrd="3" presId="urn:microsoft.com/office/officeart/2005/8/layout/vList2"/>
    <dgm:cxn modelId="{33ED0AD7-5872-4335-869F-9BACF402D6E8}" type="presOf" srcId="{66C03204-EA4F-45F0-9605-C6AFAFCBF66D}" destId="{19F1FE9A-280F-4661-A30A-FA8B27CE3954}" srcOrd="0" destOrd="0" presId="urn:microsoft.com/office/officeart/2005/8/layout/vList2"/>
    <dgm:cxn modelId="{88BBCCF6-9642-40E1-BB2E-11912E858A2D}" srcId="{F7945ACE-C77E-4A91-8400-FA258134F16F}" destId="{090924C2-392E-4C81-AA7E-F9A60518C33D}" srcOrd="3" destOrd="0" parTransId="{15B5E771-0BBC-4646-AE62-3D49E9ADAB59}" sibTransId="{2C2F4340-DC0B-4492-AEFC-1DECDD94A17B}"/>
    <dgm:cxn modelId="{EDC6F0F9-F765-4CCA-BBBC-9E6F27B91ABB}" srcId="{F7945ACE-C77E-4A91-8400-FA258134F16F}" destId="{E5F8857D-7528-4255-ACE5-9BA392DB81D5}" srcOrd="0" destOrd="0" parTransId="{4639B2BC-26DA-4E60-8B2F-3DC154412699}" sibTransId="{1ED0EA73-B386-4037-AEC7-697B60D35502}"/>
    <dgm:cxn modelId="{FFC71192-BDF5-44B8-A5D9-08ADBB04C600}" type="presParOf" srcId="{DD402431-3A26-4081-B776-1A724F04CE95}" destId="{19F1FE9A-280F-4661-A30A-FA8B27CE3954}" srcOrd="0" destOrd="0" presId="urn:microsoft.com/office/officeart/2005/8/layout/vList2"/>
    <dgm:cxn modelId="{241BC547-3D77-4ADD-9248-00088BEC837C}" type="presParOf" srcId="{DD402431-3A26-4081-B776-1A724F04CE95}" destId="{4ACCBA46-6C2E-4F65-9703-45E5C5B7AD5C}" srcOrd="1" destOrd="0" presId="urn:microsoft.com/office/officeart/2005/8/layout/vList2"/>
    <dgm:cxn modelId="{BB7A66FE-93E1-43CB-912C-021349E8E2A7}" type="presParOf" srcId="{DD402431-3A26-4081-B776-1A724F04CE95}" destId="{4DF31B57-31F3-4627-93AE-8B601FA60993}" srcOrd="2" destOrd="0" presId="urn:microsoft.com/office/officeart/2005/8/layout/vList2"/>
    <dgm:cxn modelId="{8A2059A4-AF4E-4027-A2FB-284864B4FC2F}" type="presParOf" srcId="{DD402431-3A26-4081-B776-1A724F04CE95}" destId="{E7C181E1-D635-4655-B3D2-4BA220358B6B}" srcOrd="3" destOrd="0" presId="urn:microsoft.com/office/officeart/2005/8/layout/vList2"/>
    <dgm:cxn modelId="{C63929F7-DBA0-4C42-A527-4DFDFB9190E3}" type="presParOf" srcId="{DD402431-3A26-4081-B776-1A724F04CE95}" destId="{5884A826-F440-42A1-A125-1802DDB7C998}" srcOrd="4" destOrd="0" presId="urn:microsoft.com/office/officeart/2005/8/layout/vList2"/>
    <dgm:cxn modelId="{451FAFE8-2031-4347-9805-FB3831B6974A}" type="presParOf" srcId="{DD402431-3A26-4081-B776-1A724F04CE95}" destId="{A82BA7B9-9692-4D97-BB6D-0A55278DA48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3ADD92-26A4-4E09-852A-C3A304DC68D6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7DFFC9D-136F-480E-A600-F13025FE038F}">
      <dgm:prSet custT="1"/>
      <dgm:spPr/>
      <dgm:t>
        <a:bodyPr/>
        <a:lstStyle/>
        <a:p>
          <a:r>
            <a:rPr lang="en-US" sz="3200" b="0" i="0" dirty="0"/>
            <a:t>Google Gemini</a:t>
          </a:r>
          <a:endParaRPr lang="en-IN" sz="3200" dirty="0"/>
        </a:p>
      </dgm:t>
    </dgm:pt>
    <dgm:pt modelId="{BFCB3048-49F0-451E-BEA3-9060A9E6DAF8}" type="parTrans" cxnId="{CDFFE47F-92C7-4366-9E2D-1CDD95B42C8B}">
      <dgm:prSet/>
      <dgm:spPr/>
      <dgm:t>
        <a:bodyPr/>
        <a:lstStyle/>
        <a:p>
          <a:endParaRPr lang="en-IN"/>
        </a:p>
      </dgm:t>
    </dgm:pt>
    <dgm:pt modelId="{29B77B69-A922-4089-B42B-65B7E0842B36}" type="sibTrans" cxnId="{CDFFE47F-92C7-4366-9E2D-1CDD95B42C8B}">
      <dgm:prSet/>
      <dgm:spPr/>
      <dgm:t>
        <a:bodyPr/>
        <a:lstStyle/>
        <a:p>
          <a:endParaRPr lang="en-IN"/>
        </a:p>
      </dgm:t>
    </dgm:pt>
    <dgm:pt modelId="{667B7210-0032-4742-B60B-8A29CD4B0D82}">
      <dgm:prSet custT="1"/>
      <dgm:spPr/>
      <dgm:t>
        <a:bodyPr/>
        <a:lstStyle/>
        <a:p>
          <a:r>
            <a:rPr lang="en-US" sz="3200" b="0" i="0" dirty="0"/>
            <a:t>ChatGPT</a:t>
          </a:r>
          <a:endParaRPr lang="en-IN" sz="3200" dirty="0"/>
        </a:p>
      </dgm:t>
    </dgm:pt>
    <dgm:pt modelId="{6EDEABD4-2988-4382-9A89-2C517FC62CD1}" type="parTrans" cxnId="{9431A6DF-E633-4D0D-BEDA-2E46E45C9BAE}">
      <dgm:prSet/>
      <dgm:spPr/>
      <dgm:t>
        <a:bodyPr/>
        <a:lstStyle/>
        <a:p>
          <a:endParaRPr lang="en-IN"/>
        </a:p>
      </dgm:t>
    </dgm:pt>
    <dgm:pt modelId="{27E1FF37-8701-4F96-94E4-5B7C21A03A8D}" type="sibTrans" cxnId="{9431A6DF-E633-4D0D-BEDA-2E46E45C9BAE}">
      <dgm:prSet/>
      <dgm:spPr/>
      <dgm:t>
        <a:bodyPr/>
        <a:lstStyle/>
        <a:p>
          <a:endParaRPr lang="en-IN"/>
        </a:p>
      </dgm:t>
    </dgm:pt>
    <dgm:pt modelId="{F35A88D4-D6AF-42F3-808C-23966EF4D9C6}" type="pres">
      <dgm:prSet presAssocID="{EA3ADD92-26A4-4E09-852A-C3A304DC68D6}" presName="linear" presStyleCnt="0">
        <dgm:presLayoutVars>
          <dgm:animLvl val="lvl"/>
          <dgm:resizeHandles val="exact"/>
        </dgm:presLayoutVars>
      </dgm:prSet>
      <dgm:spPr/>
    </dgm:pt>
    <dgm:pt modelId="{260AA079-E09F-40C5-85B1-BF4ABC88873A}" type="pres">
      <dgm:prSet presAssocID="{57DFFC9D-136F-480E-A600-F13025FE038F}" presName="parentText" presStyleLbl="node1" presStyleIdx="0" presStyleCnt="2" custScaleY="42449">
        <dgm:presLayoutVars>
          <dgm:chMax val="0"/>
          <dgm:bulletEnabled val="1"/>
        </dgm:presLayoutVars>
      </dgm:prSet>
      <dgm:spPr/>
    </dgm:pt>
    <dgm:pt modelId="{F2CE30C3-34FA-4F53-AFAF-38F8E3CA20BB}" type="pres">
      <dgm:prSet presAssocID="{29B77B69-A922-4089-B42B-65B7E0842B36}" presName="spacer" presStyleCnt="0"/>
      <dgm:spPr/>
    </dgm:pt>
    <dgm:pt modelId="{BFA0ABB3-160C-447C-B59B-8C89F8BE9BD7}" type="pres">
      <dgm:prSet presAssocID="{667B7210-0032-4742-B60B-8A29CD4B0D82}" presName="parentText" presStyleLbl="node1" presStyleIdx="1" presStyleCnt="2" custScaleY="39272">
        <dgm:presLayoutVars>
          <dgm:chMax val="0"/>
          <dgm:bulletEnabled val="1"/>
        </dgm:presLayoutVars>
      </dgm:prSet>
      <dgm:spPr/>
    </dgm:pt>
  </dgm:ptLst>
  <dgm:cxnLst>
    <dgm:cxn modelId="{179AA230-9D70-42D5-A276-B92A47EE7B31}" type="presOf" srcId="{57DFFC9D-136F-480E-A600-F13025FE038F}" destId="{260AA079-E09F-40C5-85B1-BF4ABC88873A}" srcOrd="0" destOrd="0" presId="urn:microsoft.com/office/officeart/2005/8/layout/vList2"/>
    <dgm:cxn modelId="{7848D079-69E8-4BB8-9A5C-F7F0361E3084}" type="presOf" srcId="{667B7210-0032-4742-B60B-8A29CD4B0D82}" destId="{BFA0ABB3-160C-447C-B59B-8C89F8BE9BD7}" srcOrd="0" destOrd="0" presId="urn:microsoft.com/office/officeart/2005/8/layout/vList2"/>
    <dgm:cxn modelId="{CDFFE47F-92C7-4366-9E2D-1CDD95B42C8B}" srcId="{EA3ADD92-26A4-4E09-852A-C3A304DC68D6}" destId="{57DFFC9D-136F-480E-A600-F13025FE038F}" srcOrd="0" destOrd="0" parTransId="{BFCB3048-49F0-451E-BEA3-9060A9E6DAF8}" sibTransId="{29B77B69-A922-4089-B42B-65B7E0842B36}"/>
    <dgm:cxn modelId="{9431A6DF-E633-4D0D-BEDA-2E46E45C9BAE}" srcId="{EA3ADD92-26A4-4E09-852A-C3A304DC68D6}" destId="{667B7210-0032-4742-B60B-8A29CD4B0D82}" srcOrd="1" destOrd="0" parTransId="{6EDEABD4-2988-4382-9A89-2C517FC62CD1}" sibTransId="{27E1FF37-8701-4F96-94E4-5B7C21A03A8D}"/>
    <dgm:cxn modelId="{4583E4EA-8B8A-4B38-9905-A00BD45232F4}" type="presOf" srcId="{EA3ADD92-26A4-4E09-852A-C3A304DC68D6}" destId="{F35A88D4-D6AF-42F3-808C-23966EF4D9C6}" srcOrd="0" destOrd="0" presId="urn:microsoft.com/office/officeart/2005/8/layout/vList2"/>
    <dgm:cxn modelId="{4643A03F-CE01-4064-86DF-D728E64D04BF}" type="presParOf" srcId="{F35A88D4-D6AF-42F3-808C-23966EF4D9C6}" destId="{260AA079-E09F-40C5-85B1-BF4ABC88873A}" srcOrd="0" destOrd="0" presId="urn:microsoft.com/office/officeart/2005/8/layout/vList2"/>
    <dgm:cxn modelId="{D8355E6D-E778-4F34-8669-7CE9F92919CF}" type="presParOf" srcId="{F35A88D4-D6AF-42F3-808C-23966EF4D9C6}" destId="{F2CE30C3-34FA-4F53-AFAF-38F8E3CA20BB}" srcOrd="1" destOrd="0" presId="urn:microsoft.com/office/officeart/2005/8/layout/vList2"/>
    <dgm:cxn modelId="{8ED53E73-80B6-4E63-9DE4-E52DC4F59154}" type="presParOf" srcId="{F35A88D4-D6AF-42F3-808C-23966EF4D9C6}" destId="{BFA0ABB3-160C-447C-B59B-8C89F8BE9BD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88C156-F69D-4555-A276-85C8772E6D9C}">
      <dsp:nvSpPr>
        <dsp:cNvPr id="0" name=""/>
        <dsp:cNvSpPr/>
      </dsp:nvSpPr>
      <dsp:spPr>
        <a:xfrm>
          <a:off x="0" y="3482"/>
          <a:ext cx="11523407" cy="99312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This project is a Scientific Calculator built using Python </a:t>
          </a:r>
          <a:r>
            <a:rPr lang="en-US" sz="2500" b="0" i="0" kern="1200" dirty="0" err="1"/>
            <a:t>Tkinter</a:t>
          </a:r>
          <a:r>
            <a:rPr lang="en-US" sz="2500" b="0" i="0" kern="1200" dirty="0"/>
            <a:t> library.</a:t>
          </a:r>
          <a:endParaRPr lang="en-IN" sz="2500" kern="1200" dirty="0"/>
        </a:p>
      </dsp:txBody>
      <dsp:txXfrm>
        <a:off x="48481" y="51963"/>
        <a:ext cx="11426445" cy="896166"/>
      </dsp:txXfrm>
    </dsp:sp>
    <dsp:sp modelId="{F4316620-D518-42B8-81C2-0DECE8075206}">
      <dsp:nvSpPr>
        <dsp:cNvPr id="0" name=""/>
        <dsp:cNvSpPr/>
      </dsp:nvSpPr>
      <dsp:spPr>
        <a:xfrm>
          <a:off x="0" y="1068611"/>
          <a:ext cx="11523407" cy="99312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It provides simple arithmetic operations as well as advanced scientific functions.</a:t>
          </a:r>
          <a:endParaRPr lang="en-IN" sz="2500" kern="1200"/>
        </a:p>
      </dsp:txBody>
      <dsp:txXfrm>
        <a:off x="48481" y="1117092"/>
        <a:ext cx="11426445" cy="896166"/>
      </dsp:txXfrm>
    </dsp:sp>
    <dsp:sp modelId="{111B28ED-2A02-4740-82E1-E1AF5565080F}">
      <dsp:nvSpPr>
        <dsp:cNvPr id="0" name=""/>
        <dsp:cNvSpPr/>
      </dsp:nvSpPr>
      <dsp:spPr>
        <a:xfrm>
          <a:off x="0" y="2133740"/>
          <a:ext cx="11523407" cy="99312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The GUI is user friendly and supports similar to a Standard scientific calculator.</a:t>
          </a:r>
          <a:endParaRPr lang="en-IN" sz="2500" kern="1200"/>
        </a:p>
      </dsp:txBody>
      <dsp:txXfrm>
        <a:off x="48481" y="2182221"/>
        <a:ext cx="11426445" cy="896166"/>
      </dsp:txXfrm>
    </dsp:sp>
    <dsp:sp modelId="{46AE2AB7-3153-4AD5-B95B-56354432DBDD}">
      <dsp:nvSpPr>
        <dsp:cNvPr id="0" name=""/>
        <dsp:cNvSpPr/>
      </dsp:nvSpPr>
      <dsp:spPr>
        <a:xfrm>
          <a:off x="0" y="3198869"/>
          <a:ext cx="11523407" cy="99312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Objective :- To design an interactive interface for mathematical computations.</a:t>
          </a:r>
          <a:endParaRPr lang="en-IN" sz="2500" kern="1200"/>
        </a:p>
      </dsp:txBody>
      <dsp:txXfrm>
        <a:off x="48481" y="3247350"/>
        <a:ext cx="11426445" cy="896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136E1-FC3B-4A1F-821D-4F53388663A0}">
      <dsp:nvSpPr>
        <dsp:cNvPr id="0" name=""/>
        <dsp:cNvSpPr/>
      </dsp:nvSpPr>
      <dsp:spPr>
        <a:xfrm>
          <a:off x="0" y="0"/>
          <a:ext cx="10724894" cy="407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Basic Operations : +,-,*,/,%,()</a:t>
          </a:r>
          <a:endParaRPr lang="en-IN" sz="1700" kern="1200" dirty="0"/>
        </a:p>
      </dsp:txBody>
      <dsp:txXfrm>
        <a:off x="19904" y="19904"/>
        <a:ext cx="10685086" cy="367937"/>
      </dsp:txXfrm>
    </dsp:sp>
    <dsp:sp modelId="{ED5577A7-C5EC-4024-8C36-409919DA47AA}">
      <dsp:nvSpPr>
        <dsp:cNvPr id="0" name=""/>
        <dsp:cNvSpPr/>
      </dsp:nvSpPr>
      <dsp:spPr>
        <a:xfrm>
          <a:off x="0" y="544408"/>
          <a:ext cx="10724894" cy="407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Scientific Functions:</a:t>
          </a:r>
          <a:endParaRPr lang="en-IN" sz="1700" kern="1200"/>
        </a:p>
      </dsp:txBody>
      <dsp:txXfrm>
        <a:off x="19904" y="564312"/>
        <a:ext cx="10685086" cy="367937"/>
      </dsp:txXfrm>
    </dsp:sp>
    <dsp:sp modelId="{2614831C-BD6B-47DC-970F-44AD6EEE7B48}">
      <dsp:nvSpPr>
        <dsp:cNvPr id="0" name=""/>
        <dsp:cNvSpPr/>
      </dsp:nvSpPr>
      <dsp:spPr>
        <a:xfrm>
          <a:off x="0" y="952153"/>
          <a:ext cx="10724894" cy="1372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051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Sin(),Cos(),tan()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Sqrt()</a:t>
          </a:r>
          <a:endParaRPr lang="en-IN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Log(),Exp()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Power function using ^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Constants Included: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(pi) &amp; e</a:t>
          </a:r>
          <a:endParaRPr lang="en-IN" sz="1300" kern="1200" dirty="0"/>
        </a:p>
      </dsp:txBody>
      <dsp:txXfrm>
        <a:off x="0" y="952153"/>
        <a:ext cx="10724894" cy="1372409"/>
      </dsp:txXfrm>
    </dsp:sp>
    <dsp:sp modelId="{6FD625CE-C8D0-486C-87FD-709F94C99972}">
      <dsp:nvSpPr>
        <dsp:cNvPr id="0" name=""/>
        <dsp:cNvSpPr/>
      </dsp:nvSpPr>
      <dsp:spPr>
        <a:xfrm>
          <a:off x="0" y="2324563"/>
          <a:ext cx="10724894" cy="407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Constants included</a:t>
          </a:r>
          <a:endParaRPr lang="en-IN" sz="1700" kern="1200" dirty="0"/>
        </a:p>
      </dsp:txBody>
      <dsp:txXfrm>
        <a:off x="19904" y="2344467"/>
        <a:ext cx="10685086" cy="367937"/>
      </dsp:txXfrm>
    </dsp:sp>
    <dsp:sp modelId="{F0C4706D-87D1-48D8-B5DC-A77285C8CABD}">
      <dsp:nvSpPr>
        <dsp:cNvPr id="0" name=""/>
        <dsp:cNvSpPr/>
      </dsp:nvSpPr>
      <dsp:spPr>
        <a:xfrm>
          <a:off x="0" y="2732308"/>
          <a:ext cx="10724894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051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(pi) &amp; e</a:t>
          </a:r>
          <a:endParaRPr lang="en-IN" sz="1300" kern="1200" dirty="0"/>
        </a:p>
      </dsp:txBody>
      <dsp:txXfrm>
        <a:off x="0" y="2732308"/>
        <a:ext cx="10724894" cy="281520"/>
      </dsp:txXfrm>
    </dsp:sp>
    <dsp:sp modelId="{AAB56836-8CC3-42A4-80BF-44DC3D5C04F4}">
      <dsp:nvSpPr>
        <dsp:cNvPr id="0" name=""/>
        <dsp:cNvSpPr/>
      </dsp:nvSpPr>
      <dsp:spPr>
        <a:xfrm>
          <a:off x="0" y="3013828"/>
          <a:ext cx="10724894" cy="407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Additional Utilities</a:t>
          </a:r>
          <a:endParaRPr lang="en-IN" sz="1700" kern="1200" dirty="0"/>
        </a:p>
      </dsp:txBody>
      <dsp:txXfrm>
        <a:off x="19904" y="3033732"/>
        <a:ext cx="10685086" cy="367937"/>
      </dsp:txXfrm>
    </dsp:sp>
    <dsp:sp modelId="{120C57BE-77B2-4B6A-ADA9-33A721DB83AD}">
      <dsp:nvSpPr>
        <dsp:cNvPr id="0" name=""/>
        <dsp:cNvSpPr/>
      </dsp:nvSpPr>
      <dsp:spPr>
        <a:xfrm>
          <a:off x="0" y="3421573"/>
          <a:ext cx="10724894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051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Clear(C)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Backspace (DEL)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Error handling</a:t>
          </a:r>
          <a:endParaRPr lang="en-IN" sz="1300" kern="1200" dirty="0"/>
        </a:p>
      </dsp:txBody>
      <dsp:txXfrm>
        <a:off x="0" y="3421573"/>
        <a:ext cx="10724894" cy="6862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3A86EA-DCBC-47CC-B9FC-21912121B88B}">
      <dsp:nvSpPr>
        <dsp:cNvPr id="0" name=""/>
        <dsp:cNvSpPr/>
      </dsp:nvSpPr>
      <dsp:spPr>
        <a:xfrm>
          <a:off x="0" y="126065"/>
          <a:ext cx="12005187" cy="71954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Input expression is typed in the entry box.</a:t>
          </a:r>
          <a:endParaRPr lang="en-IN" sz="3000" kern="1200"/>
        </a:p>
      </dsp:txBody>
      <dsp:txXfrm>
        <a:off x="35125" y="161190"/>
        <a:ext cx="11934937" cy="649299"/>
      </dsp:txXfrm>
    </dsp:sp>
    <dsp:sp modelId="{716AB659-9A00-4BA4-9EBB-9CD8DF1FF82E}">
      <dsp:nvSpPr>
        <dsp:cNvPr id="0" name=""/>
        <dsp:cNvSpPr/>
      </dsp:nvSpPr>
      <dsp:spPr>
        <a:xfrm>
          <a:off x="0" y="932015"/>
          <a:ext cx="12005187" cy="71954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^ is internally converted into ** for power operation.</a:t>
          </a:r>
          <a:endParaRPr lang="en-IN" sz="3000" kern="1200"/>
        </a:p>
      </dsp:txBody>
      <dsp:txXfrm>
        <a:off x="35125" y="967140"/>
        <a:ext cx="11934937" cy="649299"/>
      </dsp:txXfrm>
    </dsp:sp>
    <dsp:sp modelId="{F85E9FF7-4A70-47A6-A41A-0E86B3CB1C1F}">
      <dsp:nvSpPr>
        <dsp:cNvPr id="0" name=""/>
        <dsp:cNvSpPr/>
      </dsp:nvSpPr>
      <dsp:spPr>
        <a:xfrm>
          <a:off x="0" y="1737965"/>
          <a:ext cx="12005187" cy="71954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Python’s math module is used to evaluate scientific functions.</a:t>
          </a:r>
          <a:endParaRPr lang="en-IN" sz="3000" kern="1200"/>
        </a:p>
      </dsp:txBody>
      <dsp:txXfrm>
        <a:off x="35125" y="1773090"/>
        <a:ext cx="11934937" cy="649299"/>
      </dsp:txXfrm>
    </dsp:sp>
    <dsp:sp modelId="{19ED23BE-1EB2-4303-93E4-948DA9E94E16}">
      <dsp:nvSpPr>
        <dsp:cNvPr id="0" name=""/>
        <dsp:cNvSpPr/>
      </dsp:nvSpPr>
      <dsp:spPr>
        <a:xfrm>
          <a:off x="0" y="2543915"/>
          <a:ext cx="12005187" cy="71954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The eval() function computes the final expression securely.</a:t>
          </a:r>
          <a:endParaRPr lang="en-IN" sz="3000" kern="1200"/>
        </a:p>
      </dsp:txBody>
      <dsp:txXfrm>
        <a:off x="35125" y="2579040"/>
        <a:ext cx="11934937" cy="649299"/>
      </dsp:txXfrm>
    </dsp:sp>
    <dsp:sp modelId="{36155B8A-3C2B-4808-9AE6-546F56009CD0}">
      <dsp:nvSpPr>
        <dsp:cNvPr id="0" name=""/>
        <dsp:cNvSpPr/>
      </dsp:nvSpPr>
      <dsp:spPr>
        <a:xfrm>
          <a:off x="0" y="3349865"/>
          <a:ext cx="12005187" cy="71954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The result is displayed in the same entry filed. </a:t>
          </a:r>
          <a:endParaRPr lang="en-IN" sz="3000" kern="1200"/>
        </a:p>
      </dsp:txBody>
      <dsp:txXfrm>
        <a:off x="35125" y="3384990"/>
        <a:ext cx="11934937" cy="649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F5E4F-8C2C-45E0-969E-1878CAE8ACFF}">
      <dsp:nvSpPr>
        <dsp:cNvPr id="0" name=""/>
        <dsp:cNvSpPr/>
      </dsp:nvSpPr>
      <dsp:spPr>
        <a:xfrm>
          <a:off x="0" y="75980"/>
          <a:ext cx="11218607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/>
            <a:t>Tkinter</a:t>
          </a:r>
          <a:r>
            <a:rPr lang="en-US" sz="2600" b="0" i="0" kern="1200" dirty="0"/>
            <a:t> is used for designing the calculator's interface.</a:t>
          </a:r>
          <a:endParaRPr lang="en-IN" sz="2600" kern="1200" dirty="0"/>
        </a:p>
      </dsp:txBody>
      <dsp:txXfrm>
        <a:off x="30442" y="106422"/>
        <a:ext cx="11157723" cy="562726"/>
      </dsp:txXfrm>
    </dsp:sp>
    <dsp:sp modelId="{FCD87B8C-C48B-4996-B06B-B54AB0840635}">
      <dsp:nvSpPr>
        <dsp:cNvPr id="0" name=""/>
        <dsp:cNvSpPr/>
      </dsp:nvSpPr>
      <dsp:spPr>
        <a:xfrm>
          <a:off x="0" y="774470"/>
          <a:ext cx="11218607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Components Used:</a:t>
          </a:r>
          <a:endParaRPr lang="en-IN" sz="2600" kern="1200"/>
        </a:p>
      </dsp:txBody>
      <dsp:txXfrm>
        <a:off x="30442" y="804912"/>
        <a:ext cx="11157723" cy="562726"/>
      </dsp:txXfrm>
    </dsp:sp>
    <dsp:sp modelId="{7D4848A6-92A8-4398-9F60-10F24844D2FD}">
      <dsp:nvSpPr>
        <dsp:cNvPr id="0" name=""/>
        <dsp:cNvSpPr/>
      </dsp:nvSpPr>
      <dsp:spPr>
        <a:xfrm>
          <a:off x="0" y="1398080"/>
          <a:ext cx="11218607" cy="1399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619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/>
            <a:t>Tk() – Main Window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/>
            <a:t>Entry() – Display Box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/>
            <a:t>Button() – All Calculator keys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/>
            <a:t>Frame() – Button Layout</a:t>
          </a:r>
          <a:endParaRPr lang="en-IN" sz="2000" kern="1200"/>
        </a:p>
      </dsp:txBody>
      <dsp:txXfrm>
        <a:off x="0" y="1398080"/>
        <a:ext cx="11218607" cy="1399320"/>
      </dsp:txXfrm>
    </dsp:sp>
    <dsp:sp modelId="{9F4BE0E2-9CDC-4338-BCAC-8F3048A6C7FD}">
      <dsp:nvSpPr>
        <dsp:cNvPr id="0" name=""/>
        <dsp:cNvSpPr/>
      </dsp:nvSpPr>
      <dsp:spPr>
        <a:xfrm>
          <a:off x="0" y="2797400"/>
          <a:ext cx="11218607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Button are arranged in a grid layout for clear structure.</a:t>
          </a:r>
          <a:endParaRPr lang="en-IN" sz="2600" kern="1200" dirty="0"/>
        </a:p>
      </dsp:txBody>
      <dsp:txXfrm>
        <a:off x="30442" y="2827842"/>
        <a:ext cx="11157723" cy="562726"/>
      </dsp:txXfrm>
    </dsp:sp>
    <dsp:sp modelId="{40EEC763-D73D-4EFE-AE5B-3499D647D75C}">
      <dsp:nvSpPr>
        <dsp:cNvPr id="0" name=""/>
        <dsp:cNvSpPr/>
      </dsp:nvSpPr>
      <dsp:spPr>
        <a:xfrm>
          <a:off x="0" y="3495890"/>
          <a:ext cx="11218607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Each button triggers a function using command() parameter.</a:t>
          </a:r>
          <a:endParaRPr lang="en-IN" sz="2600" kern="1200" dirty="0"/>
        </a:p>
      </dsp:txBody>
      <dsp:txXfrm>
        <a:off x="30442" y="3526332"/>
        <a:ext cx="11157723" cy="5627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F1FE9A-280F-4661-A30A-FA8B27CE3954}">
      <dsp:nvSpPr>
        <dsp:cNvPr id="0" name=""/>
        <dsp:cNvSpPr/>
      </dsp:nvSpPr>
      <dsp:spPr>
        <a:xfrm>
          <a:off x="0" y="40160"/>
          <a:ext cx="11847870" cy="9149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This project demonstrates how Python can be used to build real time GUI applications.</a:t>
          </a:r>
          <a:endParaRPr lang="en-IN" sz="2300" kern="1200"/>
        </a:p>
      </dsp:txBody>
      <dsp:txXfrm>
        <a:off x="44664" y="84824"/>
        <a:ext cx="11758542" cy="825612"/>
      </dsp:txXfrm>
    </dsp:sp>
    <dsp:sp modelId="{4DF31B57-31F3-4627-93AE-8B601FA60993}">
      <dsp:nvSpPr>
        <dsp:cNvPr id="0" name=""/>
        <dsp:cNvSpPr/>
      </dsp:nvSpPr>
      <dsp:spPr>
        <a:xfrm>
          <a:off x="0" y="1021340"/>
          <a:ext cx="11847870" cy="9149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The Calculator efficienly performs both Basic and Scientific operations.</a:t>
          </a:r>
          <a:endParaRPr lang="en-IN" sz="2300" kern="1200"/>
        </a:p>
      </dsp:txBody>
      <dsp:txXfrm>
        <a:off x="44664" y="1066004"/>
        <a:ext cx="11758542" cy="825612"/>
      </dsp:txXfrm>
    </dsp:sp>
    <dsp:sp modelId="{5884A826-F440-42A1-A125-1802DDB7C998}">
      <dsp:nvSpPr>
        <dsp:cNvPr id="0" name=""/>
        <dsp:cNvSpPr/>
      </dsp:nvSpPr>
      <dsp:spPr>
        <a:xfrm>
          <a:off x="0" y="2002520"/>
          <a:ext cx="11847870" cy="9149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By this I learned about </a:t>
          </a:r>
          <a:endParaRPr lang="en-IN" sz="2300" kern="1200"/>
        </a:p>
      </dsp:txBody>
      <dsp:txXfrm>
        <a:off x="44664" y="2047184"/>
        <a:ext cx="11758542" cy="825612"/>
      </dsp:txXfrm>
    </dsp:sp>
    <dsp:sp modelId="{A82BA7B9-9692-4D97-BB6D-0A55278DA480}">
      <dsp:nvSpPr>
        <dsp:cNvPr id="0" name=""/>
        <dsp:cNvSpPr/>
      </dsp:nvSpPr>
      <dsp:spPr>
        <a:xfrm>
          <a:off x="0" y="2917460"/>
          <a:ext cx="11847870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1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 err="1"/>
            <a:t>Tkinter</a:t>
          </a:r>
          <a:r>
            <a:rPr lang="en-US" sz="1800" b="0" i="0" kern="1200" dirty="0"/>
            <a:t> GUI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/>
            <a:t>Function Handling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/>
            <a:t>Math module usage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/>
            <a:t>Event driven programming</a:t>
          </a:r>
          <a:endParaRPr lang="en-IN" sz="1800" kern="1200"/>
        </a:p>
      </dsp:txBody>
      <dsp:txXfrm>
        <a:off x="0" y="2917460"/>
        <a:ext cx="11847870" cy="12378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AA079-E09F-40C5-85B1-BF4ABC88873A}">
      <dsp:nvSpPr>
        <dsp:cNvPr id="0" name=""/>
        <dsp:cNvSpPr/>
      </dsp:nvSpPr>
      <dsp:spPr>
        <a:xfrm>
          <a:off x="0" y="1516039"/>
          <a:ext cx="8946541" cy="50857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Google Gemini</a:t>
          </a:r>
          <a:endParaRPr lang="en-IN" sz="3200" kern="1200" dirty="0"/>
        </a:p>
      </dsp:txBody>
      <dsp:txXfrm>
        <a:off x="24826" y="1540865"/>
        <a:ext cx="8896889" cy="458920"/>
      </dsp:txXfrm>
    </dsp:sp>
    <dsp:sp modelId="{BFA0ABB3-160C-447C-B59B-8C89F8BE9BD7}">
      <dsp:nvSpPr>
        <dsp:cNvPr id="0" name=""/>
        <dsp:cNvSpPr/>
      </dsp:nvSpPr>
      <dsp:spPr>
        <a:xfrm>
          <a:off x="0" y="2208932"/>
          <a:ext cx="8946541" cy="47050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ChatGPT</a:t>
          </a:r>
          <a:endParaRPr lang="en-IN" sz="3200" kern="1200" dirty="0"/>
        </a:p>
      </dsp:txBody>
      <dsp:txXfrm>
        <a:off x="22968" y="2231900"/>
        <a:ext cx="8900605" cy="424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12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07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03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1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73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86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788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80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34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3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830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2836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657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600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69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83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26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5F50E18-EA7C-4F60-A6F4-4ECE8F3E0E8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FFAA1-D28D-47ED-B850-2E0ACC9BD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8955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25E4-54D5-EE52-257D-5D34108F2F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Scientific Calculator Using Python Programming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EB55B-48ED-255E-5C48-1B99583F4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986" y="5603289"/>
            <a:ext cx="10958387" cy="861420"/>
          </a:xfrm>
        </p:spPr>
        <p:txBody>
          <a:bodyPr>
            <a:normAutofit/>
          </a:bodyPr>
          <a:lstStyle/>
          <a:p>
            <a:r>
              <a:rPr lang="en-US" dirty="0"/>
              <a:t>Presented to											Presented by</a:t>
            </a:r>
          </a:p>
          <a:p>
            <a:r>
              <a:rPr lang="en-US" dirty="0" err="1"/>
              <a:t>Nexthikes</a:t>
            </a:r>
            <a:r>
              <a:rPr lang="en-US" dirty="0"/>
              <a:t> solutions									Neelu Khandelwal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747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FB0C-7693-3A48-C9FE-48AC61B2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1C62E-B53A-1D05-4175-638D5943B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9685558"/>
              </p:ext>
            </p:extLst>
          </p:nvPr>
        </p:nvGraphicFramePr>
        <p:xfrm>
          <a:off x="245806" y="2052918"/>
          <a:ext cx="11523407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230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6F89-19BB-696C-E43F-411B835C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the Calculator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37D1A1-0D80-C54C-13CC-9CFEDC1DBA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7653871"/>
              </p:ext>
            </p:extLst>
          </p:nvPr>
        </p:nvGraphicFramePr>
        <p:xfrm>
          <a:off x="1103312" y="2052918"/>
          <a:ext cx="1072489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6C4BA5-482F-ABE1-17A2-ADF37E6DA48B}"/>
              </a:ext>
            </a:extLst>
          </p:cNvPr>
          <p:cNvSpPr>
            <a:spLocks noGrp="1"/>
          </p:cNvSpPr>
          <p:nvPr/>
        </p:nvSpPr>
        <p:spPr>
          <a:xfrm>
            <a:off x="843116" y="1150473"/>
            <a:ext cx="10505768" cy="45570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83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A9F7-DE54-81EC-6D3A-DDCA3A87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the Program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5C6E2E-8301-193D-9CF0-A5C2DD43E5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48299"/>
              </p:ext>
            </p:extLst>
          </p:nvPr>
        </p:nvGraphicFramePr>
        <p:xfrm>
          <a:off x="186813" y="2052918"/>
          <a:ext cx="12005187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3396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D5A5-22C9-6F10-CBC2-CBCECB23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Design(</a:t>
            </a:r>
            <a:r>
              <a:rPr lang="en-US" dirty="0" err="1"/>
              <a:t>Tkinter</a:t>
            </a:r>
            <a:r>
              <a:rPr lang="en-US" dirty="0"/>
              <a:t>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F25A61-36E6-FFFF-51C5-CCE1D8273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115329"/>
              </p:ext>
            </p:extLst>
          </p:nvPr>
        </p:nvGraphicFramePr>
        <p:xfrm>
          <a:off x="275303" y="2052918"/>
          <a:ext cx="11218607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705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EC06-5C00-9C7B-23FD-3B38A347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674F10-4BF6-6888-005F-26B033E07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1066"/>
              </p:ext>
            </p:extLst>
          </p:nvPr>
        </p:nvGraphicFramePr>
        <p:xfrm>
          <a:off x="127820" y="2052918"/>
          <a:ext cx="11847870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8106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003C-9955-2F63-B32A-2265D092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Refrences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2388CC-F4F4-1804-AE90-E6A748232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651980"/>
              </p:ext>
            </p:extLst>
          </p:nvPr>
        </p:nvGraphicFramePr>
        <p:xfrm>
          <a:off x="572370" y="283112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7331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32</TotalTime>
  <Words>295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Scientific Calculator Using Python Programming</vt:lpstr>
      <vt:lpstr>Introduction</vt:lpstr>
      <vt:lpstr>Features of the Calculator</vt:lpstr>
      <vt:lpstr>Working of the Program</vt:lpstr>
      <vt:lpstr>GUI Design(Tkinter)</vt:lpstr>
      <vt:lpstr>Conclusion</vt:lpstr>
      <vt:lpstr>Refrences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Neelu Khandelwal</dc:creator>
  <cp:lastModifiedBy>Neelu Khandelwal</cp:lastModifiedBy>
  <cp:revision>1</cp:revision>
  <dcterms:created xsi:type="dcterms:W3CDTF">2025-12-11T13:42:03Z</dcterms:created>
  <dcterms:modified xsi:type="dcterms:W3CDTF">2025-12-11T14:14:06Z</dcterms:modified>
</cp:coreProperties>
</file>